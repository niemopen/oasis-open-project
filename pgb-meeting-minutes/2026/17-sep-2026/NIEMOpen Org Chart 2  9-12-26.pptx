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0" r:id="rId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6" d="100"/>
          <a:sy n="96" d="100"/>
        </p:scale>
        <p:origin x="312" y="5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phen Sullivan" userId="cf7d403c21bf2931" providerId="LiveId" clId="{BC20CA33-9E74-4834-8690-46A498765493}"/>
    <pc:docChg chg="custSel modSld">
      <pc:chgData name="Stephen Sullivan" userId="cf7d403c21bf2931" providerId="LiveId" clId="{BC20CA33-9E74-4834-8690-46A498765493}" dt="2026-09-13T03:30:22.089" v="19" actId="14100"/>
      <pc:docMkLst>
        <pc:docMk/>
      </pc:docMkLst>
      <pc:sldChg chg="delSp modSp mod">
        <pc:chgData name="Stephen Sullivan" userId="cf7d403c21bf2931" providerId="LiveId" clId="{BC20CA33-9E74-4834-8690-46A498765493}" dt="2026-09-13T03:30:22.089" v="19" actId="14100"/>
        <pc:sldMkLst>
          <pc:docMk/>
          <pc:sldMk cId="0" sldId="290"/>
        </pc:sldMkLst>
        <pc:spChg chg="mod">
          <ac:chgData name="Stephen Sullivan" userId="cf7d403c21bf2931" providerId="LiveId" clId="{BC20CA33-9E74-4834-8690-46A498765493}" dt="2026-09-13T03:30:09.337" v="18" actId="14100"/>
          <ac:spMkLst>
            <pc:docMk/>
            <pc:sldMk cId="0" sldId="290"/>
            <ac:spMk id="84" creationId="{50D6A7EB-99D3-9CE5-3BAB-2B163C6347F6}"/>
          </ac:spMkLst>
        </pc:spChg>
        <pc:spChg chg="mod">
          <ac:chgData name="Stephen Sullivan" userId="cf7d403c21bf2931" providerId="LiveId" clId="{BC20CA33-9E74-4834-8690-46A498765493}" dt="2026-09-13T03:30:09.337" v="18" actId="14100"/>
          <ac:spMkLst>
            <pc:docMk/>
            <pc:sldMk cId="0" sldId="290"/>
            <ac:spMk id="86" creationId="{91D8F361-B751-DBC0-5427-229AD715AAE7}"/>
          </ac:spMkLst>
        </pc:spChg>
        <pc:spChg chg="mod">
          <ac:chgData name="Stephen Sullivan" userId="cf7d403c21bf2931" providerId="LiveId" clId="{BC20CA33-9E74-4834-8690-46A498765493}" dt="2026-09-13T03:30:09.337" v="18" actId="14100"/>
          <ac:spMkLst>
            <pc:docMk/>
            <pc:sldMk cId="0" sldId="290"/>
            <ac:spMk id="88" creationId="{08B3EAD0-6A87-DBEE-11B2-66A872F5A3B9}"/>
          </ac:spMkLst>
        </pc:spChg>
        <pc:spChg chg="del">
          <ac:chgData name="Stephen Sullivan" userId="cf7d403c21bf2931" providerId="LiveId" clId="{BC20CA33-9E74-4834-8690-46A498765493}" dt="2026-09-13T03:29:18.943" v="0" actId="478"/>
          <ac:spMkLst>
            <pc:docMk/>
            <pc:sldMk cId="0" sldId="290"/>
            <ac:spMk id="90" creationId="{3A7117B3-4F15-DF20-244E-F79F82220FC3}"/>
          </ac:spMkLst>
        </pc:spChg>
        <pc:spChg chg="mod">
          <ac:chgData name="Stephen Sullivan" userId="cf7d403c21bf2931" providerId="LiveId" clId="{BC20CA33-9E74-4834-8690-46A498765493}" dt="2026-09-13T03:30:09.337" v="18" actId="14100"/>
          <ac:spMkLst>
            <pc:docMk/>
            <pc:sldMk cId="0" sldId="290"/>
            <ac:spMk id="92" creationId="{9A4B8283-5866-6E02-E0E6-FA104E187508}"/>
          </ac:spMkLst>
        </pc:spChg>
        <pc:cxnChg chg="mod">
          <ac:chgData name="Stephen Sullivan" userId="cf7d403c21bf2931" providerId="LiveId" clId="{BC20CA33-9E74-4834-8690-46A498765493}" dt="2026-09-13T03:30:22.089" v="19" actId="14100"/>
          <ac:cxnSpMkLst>
            <pc:docMk/>
            <pc:sldMk cId="0" sldId="290"/>
            <ac:cxnSpMk id="94" creationId="{8E2E27B4-5F8D-FC0E-7C9E-E9DFD62703B0}"/>
          </ac:cxnSpMkLst>
        </pc:cxnChg>
        <pc:cxnChg chg="del mod">
          <ac:chgData name="Stephen Sullivan" userId="cf7d403c21bf2931" providerId="LiveId" clId="{BC20CA33-9E74-4834-8690-46A498765493}" dt="2026-09-13T03:29:26.065" v="1" actId="478"/>
          <ac:cxnSpMkLst>
            <pc:docMk/>
            <pc:sldMk cId="0" sldId="290"/>
            <ac:cxnSpMk id="99" creationId="{700F04A3-7408-BA15-FEFF-DFAE663DFD32}"/>
          </ac:cxnSpMkLst>
        </pc:cxnChg>
        <pc:cxnChg chg="mod">
          <ac:chgData name="Stephen Sullivan" userId="cf7d403c21bf2931" providerId="LiveId" clId="{BC20CA33-9E74-4834-8690-46A498765493}" dt="2026-09-13T03:30:09.337" v="18" actId="14100"/>
          <ac:cxnSpMkLst>
            <pc:docMk/>
            <pc:sldMk cId="0" sldId="290"/>
            <ac:cxnSpMk id="101" creationId="{755556E4-10C7-8C8F-13D4-7292309AF892}"/>
          </ac:cxnSpMkLst>
        </pc:cxnChg>
        <pc:cxnChg chg="mod">
          <ac:chgData name="Stephen Sullivan" userId="cf7d403c21bf2931" providerId="LiveId" clId="{BC20CA33-9E74-4834-8690-46A498765493}" dt="2026-09-13T03:30:09.337" v="18" actId="14100"/>
          <ac:cxnSpMkLst>
            <pc:docMk/>
            <pc:sldMk cId="0" sldId="290"/>
            <ac:cxnSpMk id="103" creationId="{FFC29EAE-9161-B748-F5A2-BA147FD07188}"/>
          </ac:cxnSpMkLst>
        </pc:cxnChg>
        <pc:cxnChg chg="mod">
          <ac:chgData name="Stephen Sullivan" userId="cf7d403c21bf2931" providerId="LiveId" clId="{BC20CA33-9E74-4834-8690-46A498765493}" dt="2026-09-13T03:30:09.337" v="18" actId="14100"/>
          <ac:cxnSpMkLst>
            <pc:docMk/>
            <pc:sldMk cId="0" sldId="290"/>
            <ac:cxnSpMk id="112" creationId="{01BC16EC-2CA1-2FCE-E509-01C52C5D3CC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88340" y="1412834"/>
            <a:ext cx="5067300" cy="44215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1E1C1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23489" y="1165292"/>
            <a:ext cx="4773295" cy="4742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33405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464" y="1777084"/>
            <a:ext cx="11893070" cy="330381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5823" y="6123432"/>
            <a:ext cx="2465831" cy="73304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292317"/>
            <a:ext cx="10815319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428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8139" y="1872891"/>
            <a:ext cx="5306060" cy="14814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053071" y="6414708"/>
            <a:ext cx="196214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1F487C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88340" y="61299"/>
            <a:ext cx="6680834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dirty="0">
                <a:solidFill>
                  <a:srgbClr val="004383"/>
                </a:solidFill>
              </a:rPr>
              <a:t>NIE</a:t>
            </a:r>
            <a:r>
              <a:rPr lang="en-US" sz="2900" dirty="0">
                <a:solidFill>
                  <a:srgbClr val="004383"/>
                </a:solidFill>
              </a:rPr>
              <a:t>MOpen</a:t>
            </a:r>
            <a:r>
              <a:rPr sz="2900" spc="-65" dirty="0">
                <a:solidFill>
                  <a:srgbClr val="004383"/>
                </a:solidFill>
              </a:rPr>
              <a:t> </a:t>
            </a:r>
            <a:r>
              <a:rPr sz="2900" dirty="0">
                <a:solidFill>
                  <a:srgbClr val="004383"/>
                </a:solidFill>
              </a:rPr>
              <a:t>PROJECT</a:t>
            </a:r>
            <a:r>
              <a:rPr sz="2900" spc="-75" dirty="0">
                <a:solidFill>
                  <a:srgbClr val="004383"/>
                </a:solidFill>
              </a:rPr>
              <a:t> </a:t>
            </a:r>
            <a:r>
              <a:rPr sz="2900" spc="-10" dirty="0">
                <a:solidFill>
                  <a:srgbClr val="004383"/>
                </a:solidFill>
              </a:rPr>
              <a:t>GOVERNANCE</a:t>
            </a:r>
            <a:endParaRPr sz="2900" dirty="0"/>
          </a:p>
        </p:txBody>
      </p:sp>
      <p:sp>
        <p:nvSpPr>
          <p:cNvPr id="79" name="object 79"/>
          <p:cNvSpPr txBox="1">
            <a:spLocks noGrp="1"/>
          </p:cNvSpPr>
          <p:nvPr>
            <p:ph type="sldNum" sz="quarter" idx="7"/>
          </p:nvPr>
        </p:nvSpPr>
        <p:spPr>
          <a:xfrm>
            <a:off x="7043671" y="6414708"/>
            <a:ext cx="196214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sp>
        <p:nvSpPr>
          <p:cNvPr id="80" name="Flowchart: Process 79">
            <a:extLst>
              <a:ext uri="{FF2B5EF4-FFF2-40B4-BE49-F238E27FC236}">
                <a16:creationId xmlns:a16="http://schemas.microsoft.com/office/drawing/2014/main" id="{546F6A6A-6BEE-660C-1560-4E95A7F217DE}"/>
              </a:ext>
            </a:extLst>
          </p:cNvPr>
          <p:cNvSpPr/>
          <p:nvPr/>
        </p:nvSpPr>
        <p:spPr>
          <a:xfrm>
            <a:off x="4724400" y="1066800"/>
            <a:ext cx="2895600" cy="79756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NIEMOpen</a:t>
            </a:r>
          </a:p>
          <a:p>
            <a:pPr algn="ctr"/>
            <a:r>
              <a:rPr lang="en-US" dirty="0"/>
              <a:t>Project Governing Board (PGB)</a:t>
            </a:r>
          </a:p>
        </p:txBody>
      </p:sp>
      <p:sp>
        <p:nvSpPr>
          <p:cNvPr id="82" name="Flowchart: Process 81">
            <a:extLst>
              <a:ext uri="{FF2B5EF4-FFF2-40B4-BE49-F238E27FC236}">
                <a16:creationId xmlns:a16="http://schemas.microsoft.com/office/drawing/2014/main" id="{E9610789-84B0-119E-0171-3657C2106F79}"/>
              </a:ext>
            </a:extLst>
          </p:cNvPr>
          <p:cNvSpPr/>
          <p:nvPr/>
        </p:nvSpPr>
        <p:spPr>
          <a:xfrm>
            <a:off x="1066800" y="1524000"/>
            <a:ext cx="2895600" cy="797560"/>
          </a:xfrm>
          <a:prstGeom prst="flowChartProcess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Proposed</a:t>
            </a:r>
          </a:p>
          <a:p>
            <a:pPr algn="ctr"/>
            <a:r>
              <a:rPr lang="en-US" dirty="0"/>
              <a:t>NIEMOpen</a:t>
            </a:r>
          </a:p>
          <a:p>
            <a:pPr algn="ctr"/>
            <a:r>
              <a:rPr lang="en-US" dirty="0"/>
              <a:t>Advisory Council</a:t>
            </a:r>
          </a:p>
        </p:txBody>
      </p:sp>
      <p:sp>
        <p:nvSpPr>
          <p:cNvPr id="84" name="Flowchart: Process 83">
            <a:extLst>
              <a:ext uri="{FF2B5EF4-FFF2-40B4-BE49-F238E27FC236}">
                <a16:creationId xmlns:a16="http://schemas.microsoft.com/office/drawing/2014/main" id="{50D6A7EB-99D3-9CE5-3BAB-2B163C6347F6}"/>
              </a:ext>
            </a:extLst>
          </p:cNvPr>
          <p:cNvSpPr/>
          <p:nvPr/>
        </p:nvSpPr>
        <p:spPr>
          <a:xfrm>
            <a:off x="4724400" y="4245504"/>
            <a:ext cx="2895600" cy="797560"/>
          </a:xfrm>
          <a:prstGeom prst="flowChartProcess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Proposed</a:t>
            </a:r>
          </a:p>
          <a:p>
            <a:pPr algn="ctr"/>
            <a:r>
              <a:rPr lang="en-US" dirty="0"/>
              <a:t>Communication &amp; Outreach</a:t>
            </a:r>
          </a:p>
          <a:p>
            <a:pPr algn="ctr"/>
            <a:r>
              <a:rPr lang="en-US" dirty="0"/>
              <a:t>TSC</a:t>
            </a:r>
          </a:p>
        </p:txBody>
      </p:sp>
      <p:sp>
        <p:nvSpPr>
          <p:cNvPr id="86" name="Flowchart: Process 85">
            <a:extLst>
              <a:ext uri="{FF2B5EF4-FFF2-40B4-BE49-F238E27FC236}">
                <a16:creationId xmlns:a16="http://schemas.microsoft.com/office/drawing/2014/main" id="{91D8F361-B751-DBC0-5427-229AD715AAE7}"/>
              </a:ext>
            </a:extLst>
          </p:cNvPr>
          <p:cNvSpPr/>
          <p:nvPr/>
        </p:nvSpPr>
        <p:spPr>
          <a:xfrm>
            <a:off x="4724400" y="3192648"/>
            <a:ext cx="2895600" cy="797560"/>
          </a:xfrm>
          <a:prstGeom prst="flowChartProcess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NIEMOpen Technical Architecture Committee (NTAC) TSC</a:t>
            </a:r>
          </a:p>
        </p:txBody>
      </p:sp>
      <p:sp>
        <p:nvSpPr>
          <p:cNvPr id="88" name="Flowchart: Process 87">
            <a:extLst>
              <a:ext uri="{FF2B5EF4-FFF2-40B4-BE49-F238E27FC236}">
                <a16:creationId xmlns:a16="http://schemas.microsoft.com/office/drawing/2014/main" id="{08B3EAD0-6A87-DBEE-11B2-66A872F5A3B9}"/>
              </a:ext>
            </a:extLst>
          </p:cNvPr>
          <p:cNvSpPr/>
          <p:nvPr/>
        </p:nvSpPr>
        <p:spPr>
          <a:xfrm>
            <a:off x="4724400" y="2137917"/>
            <a:ext cx="2895600" cy="797560"/>
          </a:xfrm>
          <a:prstGeom prst="flowChartProcess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NIEMOpen Business Architecture Committee  (NBAC) TSC</a:t>
            </a:r>
          </a:p>
        </p:txBody>
      </p:sp>
      <p:sp>
        <p:nvSpPr>
          <p:cNvPr id="92" name="Flowchart: Process 91">
            <a:extLst>
              <a:ext uri="{FF2B5EF4-FFF2-40B4-BE49-F238E27FC236}">
                <a16:creationId xmlns:a16="http://schemas.microsoft.com/office/drawing/2014/main" id="{9A4B8283-5866-6E02-E0E6-FA104E187508}"/>
              </a:ext>
            </a:extLst>
          </p:cNvPr>
          <p:cNvSpPr/>
          <p:nvPr/>
        </p:nvSpPr>
        <p:spPr>
          <a:xfrm>
            <a:off x="8103704" y="2137917"/>
            <a:ext cx="2895600" cy="797560"/>
          </a:xfrm>
          <a:prstGeom prst="flowChartProcess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Harmonization Subcommittee</a:t>
            </a:r>
          </a:p>
        </p:txBody>
      </p: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8E2E27B4-5F8D-FC0E-7C9E-E9DFD62703B0}"/>
              </a:ext>
            </a:extLst>
          </p:cNvPr>
          <p:cNvCxnSpPr>
            <a:cxnSpLocks/>
            <a:stCxn id="80" idx="1"/>
            <a:endCxn id="84" idx="1"/>
          </p:cNvCxnSpPr>
          <p:nvPr/>
        </p:nvCxnSpPr>
        <p:spPr>
          <a:xfrm rot="10800000" flipV="1">
            <a:off x="4724400" y="1465580"/>
            <a:ext cx="12700" cy="3178704"/>
          </a:xfrm>
          <a:prstGeom prst="bentConnector3">
            <a:avLst>
              <a:gd name="adj1" fmla="val 238695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755556E4-10C7-8C8F-13D4-7292309AF892}"/>
              </a:ext>
            </a:extLst>
          </p:cNvPr>
          <p:cNvCxnSpPr>
            <a:endCxn id="88" idx="1"/>
          </p:cNvCxnSpPr>
          <p:nvPr/>
        </p:nvCxnSpPr>
        <p:spPr>
          <a:xfrm>
            <a:off x="4419600" y="2536697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FFC29EAE-9161-B748-F5A2-BA147FD07188}"/>
              </a:ext>
            </a:extLst>
          </p:cNvPr>
          <p:cNvCxnSpPr>
            <a:endCxn id="86" idx="1"/>
          </p:cNvCxnSpPr>
          <p:nvPr/>
        </p:nvCxnSpPr>
        <p:spPr>
          <a:xfrm>
            <a:off x="4419600" y="3591428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Elbow 104">
            <a:extLst>
              <a:ext uri="{FF2B5EF4-FFF2-40B4-BE49-F238E27FC236}">
                <a16:creationId xmlns:a16="http://schemas.microsoft.com/office/drawing/2014/main" id="{7B93149F-BBE3-154B-75E3-6DCBD433EDDC}"/>
              </a:ext>
            </a:extLst>
          </p:cNvPr>
          <p:cNvCxnSpPr>
            <a:cxnSpLocks/>
            <a:stCxn id="82" idx="0"/>
          </p:cNvCxnSpPr>
          <p:nvPr/>
        </p:nvCxnSpPr>
        <p:spPr>
          <a:xfrm rot="5400000" flipH="1" flipV="1">
            <a:off x="3513390" y="300290"/>
            <a:ext cx="224920" cy="222250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FACA7629-7CBD-8A60-FB55-41AEE2260614}"/>
              </a:ext>
            </a:extLst>
          </p:cNvPr>
          <p:cNvSpPr txBox="1"/>
          <p:nvPr/>
        </p:nvSpPr>
        <p:spPr>
          <a:xfrm>
            <a:off x="203871" y="3181772"/>
            <a:ext cx="3954929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Legend:</a:t>
            </a:r>
          </a:p>
          <a:p>
            <a:r>
              <a:rPr lang="en-US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PGB</a:t>
            </a:r>
          </a:p>
          <a:p>
            <a:r>
              <a:rPr lang="en-US" i="1" dirty="0">
                <a:solidFill>
                  <a:schemeClr val="accent3">
                    <a:lumMod val="75000"/>
                  </a:schemeClr>
                </a:solidFill>
              </a:rPr>
              <a:t>Technical Steering Committee (TSC)</a:t>
            </a:r>
          </a:p>
          <a:p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TSC Subcommittee</a:t>
            </a:r>
          </a:p>
          <a:p>
            <a:r>
              <a:rPr lang="en-US" i="1" dirty="0">
                <a:solidFill>
                  <a:schemeClr val="accent4">
                    <a:lumMod val="75000"/>
                  </a:schemeClr>
                </a:solidFill>
              </a:rPr>
              <a:t>Proposed Modifications to Org Chart</a:t>
            </a:r>
          </a:p>
        </p:txBody>
      </p: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01BC16EC-2CA1-2FCE-E509-01C52C5D3CCC}"/>
              </a:ext>
            </a:extLst>
          </p:cNvPr>
          <p:cNvCxnSpPr>
            <a:cxnSpLocks/>
            <a:endCxn id="92" idx="1"/>
          </p:cNvCxnSpPr>
          <p:nvPr/>
        </p:nvCxnSpPr>
        <p:spPr>
          <a:xfrm>
            <a:off x="7646504" y="2535040"/>
            <a:ext cx="457200" cy="1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55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NIEMOpen PROJECT GOVERNANCE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National Information Exchange Model (NIEM)</dc:title>
  <dc:creator>Kish, Jennifer</dc:creator>
  <cp:lastModifiedBy>Stephen Sullivan</cp:lastModifiedBy>
  <cp:revision>1</cp:revision>
  <dcterms:created xsi:type="dcterms:W3CDTF">2026-09-12T23:49:13Z</dcterms:created>
  <dcterms:modified xsi:type="dcterms:W3CDTF">2026-09-13T03:30:32Z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0x0101008E3FE027E793D141A4D0D4B43133F0A9</vt:lpwstr>
  </property>
  <property fmtid="{D5CDD505-2E9C-101B-9397-08002B2CF9AE}" pid="3" name="Created">
    <vt:filetime>2023-05-04T00:00:00Z</vt:filetime>
  </property>
  <property fmtid="{D5CDD505-2E9C-101B-9397-08002B2CF9AE}" pid="4" name="Creator">
    <vt:lpwstr>Acrobat PDFMaker 23 for PowerPoint</vt:lpwstr>
  </property>
  <property fmtid="{D5CDD505-2E9C-101B-9397-08002B2CF9AE}" pid="5" name="LastSaved">
    <vt:filetime>2026-09-12T00:00:00Z</vt:filetime>
  </property>
  <property fmtid="{D5CDD505-2E9C-101B-9397-08002B2CF9AE}" pid="6" name="Producer">
    <vt:lpwstr>Adobe PDF Library 23.1.175</vt:lpwstr>
  </property>
</Properties>
</file>