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notesMasterIdLst>
    <p:notesMasterId r:id="rId33"/>
  </p:notesMasterIdLst>
  <p:sldIdLst>
    <p:sldId id="256" r:id="rId3"/>
    <p:sldId id="141170251" r:id="rId4"/>
    <p:sldId id="257" r:id="rId5"/>
    <p:sldId id="259" r:id="rId6"/>
    <p:sldId id="258" r:id="rId7"/>
    <p:sldId id="260" r:id="rId8"/>
    <p:sldId id="261" r:id="rId9"/>
    <p:sldId id="141170243" r:id="rId10"/>
    <p:sldId id="264" r:id="rId11"/>
    <p:sldId id="141170247" r:id="rId12"/>
    <p:sldId id="267" r:id="rId13"/>
    <p:sldId id="262" r:id="rId14"/>
    <p:sldId id="141170221" r:id="rId15"/>
    <p:sldId id="269" r:id="rId16"/>
    <p:sldId id="141170223" r:id="rId17"/>
    <p:sldId id="141170252" r:id="rId18"/>
    <p:sldId id="268" r:id="rId19"/>
    <p:sldId id="270" r:id="rId20"/>
    <p:sldId id="287" r:id="rId21"/>
    <p:sldId id="290" r:id="rId22"/>
    <p:sldId id="141170238" r:id="rId23"/>
    <p:sldId id="292" r:id="rId24"/>
    <p:sldId id="141170253" r:id="rId25"/>
    <p:sldId id="141170254" r:id="rId26"/>
    <p:sldId id="294" r:id="rId27"/>
    <p:sldId id="298" r:id="rId28"/>
    <p:sldId id="299" r:id="rId29"/>
    <p:sldId id="141169993" r:id="rId30"/>
    <p:sldId id="304" r:id="rId31"/>
    <p:sldId id="293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7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C771E-B0A7-4B5B-80E6-3257C3EB53EC}" v="6" dt="2025-11-12T14:28:41.70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32" autoAdjust="0"/>
    <p:restoredTop sz="92459" autoAdjust="0"/>
  </p:normalViewPr>
  <p:slideViewPr>
    <p:cSldViewPr>
      <p:cViewPr varScale="1">
        <p:scale>
          <a:sx n="62" d="100"/>
          <a:sy n="62" d="100"/>
        </p:scale>
        <p:origin x="107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3" d="100"/>
          <a:sy n="103" d="100"/>
        </p:scale>
        <p:origin x="178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livan, Stephen M CTR JS J6 (USA)" userId="09533073-ba80-4ec6-aa29-c3f724b8aa56" providerId="ADAL" clId="{6287BF89-DCCA-4F3F-B5AE-357965E08EBB}"/>
    <pc:docChg chg="undo custSel addSld delSld modSld sldOrd">
      <pc:chgData name="Sullivan, Stephen M CTR JS J6 (USA)" userId="09533073-ba80-4ec6-aa29-c3f724b8aa56" providerId="ADAL" clId="{6287BF89-DCCA-4F3F-B5AE-357965E08EBB}" dt="2025-09-04T13:03:27.356" v="1625" actId="6549"/>
      <pc:docMkLst>
        <pc:docMk/>
      </pc:docMkLst>
      <pc:sldChg chg="modSp mod">
        <pc:chgData name="Sullivan, Stephen M CTR JS J6 (USA)" userId="09533073-ba80-4ec6-aa29-c3f724b8aa56" providerId="ADAL" clId="{6287BF89-DCCA-4F3F-B5AE-357965E08EBB}" dt="2025-09-04T12:04:14.172" v="213" actId="207"/>
        <pc:sldMkLst>
          <pc:docMk/>
          <pc:sldMk cId="0" sldId="256"/>
        </pc:sldMkLst>
        <pc:spChg chg="mod">
          <ac:chgData name="Sullivan, Stephen M CTR JS J6 (USA)" userId="09533073-ba80-4ec6-aa29-c3f724b8aa56" providerId="ADAL" clId="{6287BF89-DCCA-4F3F-B5AE-357965E08EBB}" dt="2025-09-04T12:04:14.172" v="213" actId="20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Sullivan, Stephen M CTR JS J6 (USA)" userId="09533073-ba80-4ec6-aa29-c3f724b8aa56" providerId="ADAL" clId="{6287BF89-DCCA-4F3F-B5AE-357965E08EBB}" dt="2025-09-04T11:49:32.446" v="53" actId="6549"/>
        <pc:sldMkLst>
          <pc:docMk/>
          <pc:sldMk cId="0" sldId="257"/>
        </pc:sldMkLst>
        <pc:spChg chg="mod">
          <ac:chgData name="Sullivan, Stephen M CTR JS J6 (USA)" userId="09533073-ba80-4ec6-aa29-c3f724b8aa56" providerId="ADAL" clId="{6287BF89-DCCA-4F3F-B5AE-357965E08EBB}" dt="2025-09-04T11:49:32.446" v="53" actId="6549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">
        <pc:chgData name="Sullivan, Stephen M CTR JS J6 (USA)" userId="09533073-ba80-4ec6-aa29-c3f724b8aa56" providerId="ADAL" clId="{6287BF89-DCCA-4F3F-B5AE-357965E08EBB}" dt="2025-09-04T12:00:10.303" v="195" actId="113"/>
        <pc:sldMkLst>
          <pc:docMk/>
          <pc:sldMk cId="0" sldId="258"/>
        </pc:sldMkLst>
        <pc:spChg chg="mod">
          <ac:chgData name="Sullivan, Stephen M CTR JS J6 (USA)" userId="09533073-ba80-4ec6-aa29-c3f724b8aa56" providerId="ADAL" clId="{6287BF89-DCCA-4F3F-B5AE-357965E08EBB}" dt="2025-09-04T11:50:22.450" v="117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Sullivan, Stephen M CTR JS J6 (USA)" userId="09533073-ba80-4ec6-aa29-c3f724b8aa56" providerId="ADAL" clId="{6287BF89-DCCA-4F3F-B5AE-357965E08EBB}" dt="2025-09-04T12:00:10.303" v="195" actId="113"/>
          <ac:spMkLst>
            <pc:docMk/>
            <pc:sldMk cId="0" sldId="258"/>
            <ac:spMk id="5" creationId="{00000000-0000-0000-0000-000000000000}"/>
          </ac:spMkLst>
        </pc:spChg>
      </pc:sldChg>
      <pc:sldChg chg="del">
        <pc:chgData name="Sullivan, Stephen M CTR JS J6 (USA)" userId="09533073-ba80-4ec6-aa29-c3f724b8aa56" providerId="ADAL" clId="{6287BF89-DCCA-4F3F-B5AE-357965E08EBB}" dt="2025-09-04T12:36:45.494" v="758" actId="2696"/>
        <pc:sldMkLst>
          <pc:docMk/>
          <pc:sldMk cId="2434503811" sldId="259"/>
        </pc:sldMkLst>
      </pc:sldChg>
      <pc:sldChg chg="del">
        <pc:chgData name="Sullivan, Stephen M CTR JS J6 (USA)" userId="09533073-ba80-4ec6-aa29-c3f724b8aa56" providerId="ADAL" clId="{6287BF89-DCCA-4F3F-B5AE-357965E08EBB}" dt="2025-09-04T12:06:22.873" v="217" actId="2696"/>
        <pc:sldMkLst>
          <pc:docMk/>
          <pc:sldMk cId="2438559461" sldId="260"/>
        </pc:sldMkLst>
      </pc:sldChg>
      <pc:sldChg chg="addSp delSp modSp mod">
        <pc:chgData name="Sullivan, Stephen M CTR JS J6 (USA)" userId="09533073-ba80-4ec6-aa29-c3f724b8aa56" providerId="ADAL" clId="{6287BF89-DCCA-4F3F-B5AE-357965E08EBB}" dt="2025-09-04T12:13:44.531" v="316" actId="1076"/>
        <pc:sldMkLst>
          <pc:docMk/>
          <pc:sldMk cId="2963005596" sldId="260"/>
        </pc:sldMkLst>
        <pc:spChg chg="add mod">
          <ac:chgData name="Sullivan, Stephen M CTR JS J6 (USA)" userId="09533073-ba80-4ec6-aa29-c3f724b8aa56" providerId="ADAL" clId="{6287BF89-DCCA-4F3F-B5AE-357965E08EBB}" dt="2025-09-04T12:12:31.641" v="314" actId="1076"/>
          <ac:spMkLst>
            <pc:docMk/>
            <pc:sldMk cId="2963005596" sldId="260"/>
            <ac:spMk id="12" creationId="{7F323E14-CE6D-3AE8-3244-24072B22596A}"/>
          </ac:spMkLst>
        </pc:spChg>
        <pc:picChg chg="add mod">
          <ac:chgData name="Sullivan, Stephen M CTR JS J6 (USA)" userId="09533073-ba80-4ec6-aa29-c3f724b8aa56" providerId="ADAL" clId="{6287BF89-DCCA-4F3F-B5AE-357965E08EBB}" dt="2025-09-04T12:13:44.531" v="316" actId="1076"/>
          <ac:picMkLst>
            <pc:docMk/>
            <pc:sldMk cId="2963005596" sldId="260"/>
            <ac:picMk id="13" creationId="{C330E4D6-7874-2B49-C256-9618840019CA}"/>
          </ac:picMkLst>
        </pc:picChg>
      </pc:sldChg>
      <pc:sldChg chg="modSp mod modNotesTx">
        <pc:chgData name="Sullivan, Stephen M CTR JS J6 (USA)" userId="09533073-ba80-4ec6-aa29-c3f724b8aa56" providerId="ADAL" clId="{6287BF89-DCCA-4F3F-B5AE-357965E08EBB}" dt="2025-09-04T12:37:30.149" v="761" actId="20577"/>
        <pc:sldMkLst>
          <pc:docMk/>
          <pc:sldMk cId="0" sldId="261"/>
        </pc:sldMkLst>
        <pc:spChg chg="mod">
          <ac:chgData name="Sullivan, Stephen M CTR JS J6 (USA)" userId="09533073-ba80-4ec6-aa29-c3f724b8aa56" providerId="ADAL" clId="{6287BF89-DCCA-4F3F-B5AE-357965E08EBB}" dt="2025-09-04T12:21:44.945" v="348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ullivan, Stephen M CTR JS J6 (USA)" userId="09533073-ba80-4ec6-aa29-c3f724b8aa56" providerId="ADAL" clId="{6287BF89-DCCA-4F3F-B5AE-357965E08EBB}" dt="2025-09-04T12:36:13.549" v="755" actId="20577"/>
        <pc:sldMkLst>
          <pc:docMk/>
          <pc:sldMk cId="4221082181" sldId="262"/>
        </pc:sldMkLst>
        <pc:spChg chg="mod">
          <ac:chgData name="Sullivan, Stephen M CTR JS J6 (USA)" userId="09533073-ba80-4ec6-aa29-c3f724b8aa56" providerId="ADAL" clId="{6287BF89-DCCA-4F3F-B5AE-357965E08EBB}" dt="2025-09-04T12:36:13.549" v="755" actId="20577"/>
          <ac:spMkLst>
            <pc:docMk/>
            <pc:sldMk cId="4221082181" sldId="262"/>
            <ac:spMk id="7" creationId="{3E6C977F-E4BB-D5EE-2F18-735ABD7AA9D6}"/>
          </ac:spMkLst>
        </pc:spChg>
      </pc:sldChg>
      <pc:sldChg chg="modSp mod">
        <pc:chgData name="Sullivan, Stephen M CTR JS J6 (USA)" userId="09533073-ba80-4ec6-aa29-c3f724b8aa56" providerId="ADAL" clId="{6287BF89-DCCA-4F3F-B5AE-357965E08EBB}" dt="2025-09-04T12:23:31.529" v="355" actId="1076"/>
        <pc:sldMkLst>
          <pc:docMk/>
          <pc:sldMk cId="0" sldId="264"/>
        </pc:sldMkLst>
        <pc:spChg chg="mod">
          <ac:chgData name="Sullivan, Stephen M CTR JS J6 (USA)" userId="09533073-ba80-4ec6-aa29-c3f724b8aa56" providerId="ADAL" clId="{6287BF89-DCCA-4F3F-B5AE-357965E08EBB}" dt="2025-09-04T12:23:18.721" v="354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ullivan, Stephen M CTR JS J6 (USA)" userId="09533073-ba80-4ec6-aa29-c3f724b8aa56" providerId="ADAL" clId="{6287BF89-DCCA-4F3F-B5AE-357965E08EBB}" dt="2025-09-04T12:23:31.529" v="355" actId="1076"/>
          <ac:spMkLst>
            <pc:docMk/>
            <pc:sldMk cId="0" sldId="264"/>
            <ac:spMk id="14" creationId="{00000000-0000-0000-0000-000000000000}"/>
          </ac:spMkLst>
        </pc:spChg>
        <pc:picChg chg="mod">
          <ac:chgData name="Sullivan, Stephen M CTR JS J6 (USA)" userId="09533073-ba80-4ec6-aa29-c3f724b8aa56" providerId="ADAL" clId="{6287BF89-DCCA-4F3F-B5AE-357965E08EBB}" dt="2025-09-04T12:23:31.529" v="355" actId="1076"/>
          <ac:picMkLst>
            <pc:docMk/>
            <pc:sldMk cId="0" sldId="264"/>
            <ac:picMk id="5" creationId="{00000000-0000-0000-0000-000000000000}"/>
          </ac:picMkLst>
        </pc:picChg>
        <pc:picChg chg="mod">
          <ac:chgData name="Sullivan, Stephen M CTR JS J6 (USA)" userId="09533073-ba80-4ec6-aa29-c3f724b8aa56" providerId="ADAL" clId="{6287BF89-DCCA-4F3F-B5AE-357965E08EBB}" dt="2025-09-04T12:23:18.721" v="354" actId="1076"/>
          <ac:picMkLst>
            <pc:docMk/>
            <pc:sldMk cId="0" sldId="264"/>
            <ac:picMk id="12" creationId="{00000000-0000-0000-0000-000000000000}"/>
          </ac:picMkLst>
        </pc:picChg>
      </pc:sldChg>
      <pc:sldChg chg="modSp mod">
        <pc:chgData name="Sullivan, Stephen M CTR JS J6 (USA)" userId="09533073-ba80-4ec6-aa29-c3f724b8aa56" providerId="ADAL" clId="{6287BF89-DCCA-4F3F-B5AE-357965E08EBB}" dt="2025-09-04T12:28:05.800" v="492" actId="20577"/>
        <pc:sldMkLst>
          <pc:docMk/>
          <pc:sldMk cId="0" sldId="267"/>
        </pc:sldMkLst>
      </pc:sldChg>
      <pc:sldChg chg="modSp mod">
        <pc:chgData name="Sullivan, Stephen M CTR JS J6 (USA)" userId="09533073-ba80-4ec6-aa29-c3f724b8aa56" providerId="ADAL" clId="{6287BF89-DCCA-4F3F-B5AE-357965E08EBB}" dt="2025-09-04T12:50:36.030" v="1316" actId="6549"/>
        <pc:sldMkLst>
          <pc:docMk/>
          <pc:sldMk cId="3552345036" sldId="269"/>
        </pc:sldMkLst>
        <pc:spChg chg="mod">
          <ac:chgData name="Sullivan, Stephen M CTR JS J6 (USA)" userId="09533073-ba80-4ec6-aa29-c3f724b8aa56" providerId="ADAL" clId="{6287BF89-DCCA-4F3F-B5AE-357965E08EBB}" dt="2025-09-04T12:47:45.442" v="1311" actId="20577"/>
          <ac:spMkLst>
            <pc:docMk/>
            <pc:sldMk cId="3552345036" sldId="269"/>
            <ac:spMk id="2" creationId="{00000000-0000-0000-0000-000000000000}"/>
          </ac:spMkLst>
        </pc:spChg>
        <pc:spChg chg="mod">
          <ac:chgData name="Sullivan, Stephen M CTR JS J6 (USA)" userId="09533073-ba80-4ec6-aa29-c3f724b8aa56" providerId="ADAL" clId="{6287BF89-DCCA-4F3F-B5AE-357965E08EBB}" dt="2025-09-04T12:50:36.030" v="1316" actId="6549"/>
          <ac:spMkLst>
            <pc:docMk/>
            <pc:sldMk cId="3552345036" sldId="269"/>
            <ac:spMk id="3" creationId="{00000000-0000-0000-0000-000000000000}"/>
          </ac:spMkLst>
        </pc:spChg>
      </pc:sldChg>
      <pc:sldChg chg="delSp modSp mod">
        <pc:chgData name="Sullivan, Stephen M CTR JS J6 (USA)" userId="09533073-ba80-4ec6-aa29-c3f724b8aa56" providerId="ADAL" clId="{6287BF89-DCCA-4F3F-B5AE-357965E08EBB}" dt="2025-09-04T12:54:22.524" v="1420" actId="20577"/>
        <pc:sldMkLst>
          <pc:docMk/>
          <pc:sldMk cId="0" sldId="288"/>
        </pc:sldMkLst>
      </pc:sldChg>
      <pc:sldChg chg="delSp modSp mod">
        <pc:chgData name="Sullivan, Stephen M CTR JS J6 (USA)" userId="09533073-ba80-4ec6-aa29-c3f724b8aa56" providerId="ADAL" clId="{6287BF89-DCCA-4F3F-B5AE-357965E08EBB}" dt="2025-09-04T12:54:32.280" v="1423" actId="478"/>
        <pc:sldMkLst>
          <pc:docMk/>
          <pc:sldMk cId="0" sldId="290"/>
        </pc:sldMkLst>
        <pc:spChg chg="mod">
          <ac:chgData name="Sullivan, Stephen M CTR JS J6 (USA)" userId="09533073-ba80-4ec6-aa29-c3f724b8aa56" providerId="ADAL" clId="{6287BF89-DCCA-4F3F-B5AE-357965E08EBB}" dt="2025-09-04T12:54:29.493" v="1422" actId="20577"/>
          <ac:spMkLst>
            <pc:docMk/>
            <pc:sldMk cId="0" sldId="290"/>
            <ac:spMk id="5" creationId="{9BDEE009-370B-2F45-B7D0-73B685504D65}"/>
          </ac:spMkLst>
        </pc:spChg>
      </pc:sldChg>
      <pc:sldChg chg="addSp delSp modSp mod">
        <pc:chgData name="Sullivan, Stephen M CTR JS J6 (USA)" userId="09533073-ba80-4ec6-aa29-c3f724b8aa56" providerId="ADAL" clId="{6287BF89-DCCA-4F3F-B5AE-357965E08EBB}" dt="2025-09-04T13:00:18.250" v="1532" actId="6549"/>
        <pc:sldMkLst>
          <pc:docMk/>
          <pc:sldMk cId="0" sldId="292"/>
        </pc:sldMkLst>
        <pc:spChg chg="mod">
          <ac:chgData name="Sullivan, Stephen M CTR JS J6 (USA)" userId="09533073-ba80-4ec6-aa29-c3f724b8aa56" providerId="ADAL" clId="{6287BF89-DCCA-4F3F-B5AE-357965E08EBB}" dt="2025-09-04T13:00:18.250" v="1532" actId="6549"/>
          <ac:spMkLst>
            <pc:docMk/>
            <pc:sldMk cId="0" sldId="292"/>
            <ac:spMk id="2" creationId="{00000000-0000-0000-0000-000000000000}"/>
          </ac:spMkLst>
        </pc:spChg>
        <pc:spChg chg="mod">
          <ac:chgData name="Sullivan, Stephen M CTR JS J6 (USA)" userId="09533073-ba80-4ec6-aa29-c3f724b8aa56" providerId="ADAL" clId="{6287BF89-DCCA-4F3F-B5AE-357965E08EBB}" dt="2025-09-04T12:58:58.716" v="1524" actId="20577"/>
          <ac:spMkLst>
            <pc:docMk/>
            <pc:sldMk cId="0" sldId="292"/>
            <ac:spMk id="6" creationId="{00000000-0000-0000-0000-000000000000}"/>
          </ac:spMkLst>
        </pc:spChg>
      </pc:sldChg>
      <pc:sldChg chg="del">
        <pc:chgData name="Sullivan, Stephen M CTR JS J6 (USA)" userId="09533073-ba80-4ec6-aa29-c3f724b8aa56" providerId="ADAL" clId="{6287BF89-DCCA-4F3F-B5AE-357965E08EBB}" dt="2025-09-04T12:53:09.475" v="1417" actId="2696"/>
        <pc:sldMkLst>
          <pc:docMk/>
          <pc:sldMk cId="544040392" sldId="293"/>
        </pc:sldMkLst>
      </pc:sldChg>
      <pc:sldChg chg="modSp mod">
        <pc:chgData name="Sullivan, Stephen M CTR JS J6 (USA)" userId="09533073-ba80-4ec6-aa29-c3f724b8aa56" providerId="ADAL" clId="{6287BF89-DCCA-4F3F-B5AE-357965E08EBB}" dt="2025-09-04T13:02:41.421" v="1593" actId="207"/>
        <pc:sldMkLst>
          <pc:docMk/>
          <pc:sldMk cId="0" sldId="298"/>
        </pc:sldMkLst>
        <pc:spChg chg="mod">
          <ac:chgData name="Sullivan, Stephen M CTR JS J6 (USA)" userId="09533073-ba80-4ec6-aa29-c3f724b8aa56" providerId="ADAL" clId="{6287BF89-DCCA-4F3F-B5AE-357965E08EBB}" dt="2025-09-04T13:02:41.421" v="1593" actId="207"/>
          <ac:spMkLst>
            <pc:docMk/>
            <pc:sldMk cId="0" sldId="298"/>
            <ac:spMk id="2" creationId="{00000000-0000-0000-0000-000000000000}"/>
          </ac:spMkLst>
        </pc:spChg>
      </pc:sldChg>
      <pc:sldChg chg="modSp mod">
        <pc:chgData name="Sullivan, Stephen M CTR JS J6 (USA)" userId="09533073-ba80-4ec6-aa29-c3f724b8aa56" providerId="ADAL" clId="{6287BF89-DCCA-4F3F-B5AE-357965E08EBB}" dt="2025-09-04T13:02:59.979" v="1600" actId="20577"/>
        <pc:sldMkLst>
          <pc:docMk/>
          <pc:sldMk cId="0" sldId="299"/>
        </pc:sldMkLst>
        <pc:spChg chg="mod">
          <ac:chgData name="Sullivan, Stephen M CTR JS J6 (USA)" userId="09533073-ba80-4ec6-aa29-c3f724b8aa56" providerId="ADAL" clId="{6287BF89-DCCA-4F3F-B5AE-357965E08EBB}" dt="2025-09-04T13:02:59.979" v="1600" actId="20577"/>
          <ac:spMkLst>
            <pc:docMk/>
            <pc:sldMk cId="0" sldId="299"/>
            <ac:spMk id="3" creationId="{00000000-0000-0000-0000-000000000000}"/>
          </ac:spMkLst>
        </pc:spChg>
      </pc:sldChg>
      <pc:sldChg chg="del">
        <pc:chgData name="Sullivan, Stephen M CTR JS J6 (USA)" userId="09533073-ba80-4ec6-aa29-c3f724b8aa56" providerId="ADAL" clId="{6287BF89-DCCA-4F3F-B5AE-357965E08EBB}" dt="2025-09-04T13:00:48.779" v="1534" actId="47"/>
        <pc:sldMkLst>
          <pc:docMk/>
          <pc:sldMk cId="1572565943" sldId="311"/>
        </pc:sldMkLst>
      </pc:sldChg>
      <pc:sldChg chg="modSp mod">
        <pc:chgData name="Sullivan, Stephen M CTR JS J6 (USA)" userId="09533073-ba80-4ec6-aa29-c3f724b8aa56" providerId="ADAL" clId="{6287BF89-DCCA-4F3F-B5AE-357965E08EBB}" dt="2025-09-04T13:03:27.356" v="1625" actId="6549"/>
        <pc:sldMkLst>
          <pc:docMk/>
          <pc:sldMk cId="1211352653" sldId="141169993"/>
        </pc:sldMkLst>
        <pc:spChg chg="mod">
          <ac:chgData name="Sullivan, Stephen M CTR JS J6 (USA)" userId="09533073-ba80-4ec6-aa29-c3f724b8aa56" providerId="ADAL" clId="{6287BF89-DCCA-4F3F-B5AE-357965E08EBB}" dt="2025-09-04T13:03:27.356" v="1625" actId="6549"/>
          <ac:spMkLst>
            <pc:docMk/>
            <pc:sldMk cId="1211352653" sldId="141169993"/>
            <ac:spMk id="3" creationId="{3020B39E-BB65-4005-B225-64A3C68D559D}"/>
          </ac:spMkLst>
        </pc:spChg>
      </pc:sldChg>
      <pc:sldChg chg="del">
        <pc:chgData name="Sullivan, Stephen M CTR JS J6 (USA)" userId="09533073-ba80-4ec6-aa29-c3f724b8aa56" providerId="ADAL" clId="{6287BF89-DCCA-4F3F-B5AE-357965E08EBB}" dt="2025-09-04T12:52:47.260" v="1416" actId="2696"/>
        <pc:sldMkLst>
          <pc:docMk/>
          <pc:sldMk cId="517834559" sldId="141170087"/>
        </pc:sldMkLst>
      </pc:sldChg>
      <pc:sldChg chg="ord">
        <pc:chgData name="Sullivan, Stephen M CTR JS J6 (USA)" userId="09533073-ba80-4ec6-aa29-c3f724b8aa56" providerId="ADAL" clId="{6287BF89-DCCA-4F3F-B5AE-357965E08EBB}" dt="2025-09-04T12:36:30.522" v="757"/>
        <pc:sldMkLst>
          <pc:docMk/>
          <pc:sldMk cId="3697883735" sldId="141170147"/>
        </pc:sldMkLst>
      </pc:sldChg>
      <pc:sldChg chg="delSp modSp mod">
        <pc:chgData name="Sullivan, Stephen M CTR JS J6 (USA)" userId="09533073-ba80-4ec6-aa29-c3f724b8aa56" providerId="ADAL" clId="{6287BF89-DCCA-4F3F-B5AE-357965E08EBB}" dt="2025-09-04T12:54:41.536" v="1426" actId="478"/>
        <pc:sldMkLst>
          <pc:docMk/>
          <pc:sldMk cId="3626162868" sldId="141170210"/>
        </pc:sldMkLst>
      </pc:sldChg>
      <pc:sldChg chg="modSp mod">
        <pc:chgData name="Sullivan, Stephen M CTR JS J6 (USA)" userId="09533073-ba80-4ec6-aa29-c3f724b8aa56" providerId="ADAL" clId="{6287BF89-DCCA-4F3F-B5AE-357965E08EBB}" dt="2025-09-04T12:52:13.307" v="1413" actId="20577"/>
        <pc:sldMkLst>
          <pc:docMk/>
          <pc:sldMk cId="3066605442" sldId="141170221"/>
        </pc:sldMkLst>
        <pc:spChg chg="mod">
          <ac:chgData name="Sullivan, Stephen M CTR JS J6 (USA)" userId="09533073-ba80-4ec6-aa29-c3f724b8aa56" providerId="ADAL" clId="{6287BF89-DCCA-4F3F-B5AE-357965E08EBB}" dt="2025-09-04T12:52:13.307" v="1413" actId="20577"/>
          <ac:spMkLst>
            <pc:docMk/>
            <pc:sldMk cId="3066605442" sldId="141170221"/>
            <ac:spMk id="4" creationId="{00000000-0000-0000-0000-000000000000}"/>
          </ac:spMkLst>
        </pc:spChg>
      </pc:sldChg>
      <pc:sldChg chg="del">
        <pc:chgData name="Sullivan, Stephen M CTR JS J6 (USA)" userId="09533073-ba80-4ec6-aa29-c3f724b8aa56" providerId="ADAL" clId="{6287BF89-DCCA-4F3F-B5AE-357965E08EBB}" dt="2025-09-04T12:52:47.260" v="1416" actId="2696"/>
        <pc:sldMkLst>
          <pc:docMk/>
          <pc:sldMk cId="1646584229" sldId="141170222"/>
        </pc:sldMkLst>
      </pc:sldChg>
      <pc:sldChg chg="addSp delSp modSp mod ord modNotesTx">
        <pc:chgData name="Sullivan, Stephen M CTR JS J6 (USA)" userId="09533073-ba80-4ec6-aa29-c3f724b8aa56" providerId="ADAL" clId="{6287BF89-DCCA-4F3F-B5AE-357965E08EBB}" dt="2025-09-04T12:52:26.595" v="1415"/>
        <pc:sldMkLst>
          <pc:docMk/>
          <pc:sldMk cId="3359467" sldId="141170223"/>
        </pc:sldMkLst>
        <pc:spChg chg="mod">
          <ac:chgData name="Sullivan, Stephen M CTR JS J6 (USA)" userId="09533073-ba80-4ec6-aa29-c3f724b8aa56" providerId="ADAL" clId="{6287BF89-DCCA-4F3F-B5AE-357965E08EBB}" dt="2025-09-04T12:43:08.936" v="1080" actId="20577"/>
          <ac:spMkLst>
            <pc:docMk/>
            <pc:sldMk cId="3359467" sldId="141170223"/>
            <ac:spMk id="2" creationId="{69F52E4D-37A5-4D6A-9478-96057393945C}"/>
          </ac:spMkLst>
        </pc:spChg>
        <pc:spChg chg="mod">
          <ac:chgData name="Sullivan, Stephen M CTR JS J6 (USA)" userId="09533073-ba80-4ec6-aa29-c3f724b8aa56" providerId="ADAL" clId="{6287BF89-DCCA-4F3F-B5AE-357965E08EBB}" dt="2025-09-04T12:44:12.125" v="1134" actId="6549"/>
          <ac:spMkLst>
            <pc:docMk/>
            <pc:sldMk cId="3359467" sldId="141170223"/>
            <ac:spMk id="5" creationId="{CDBE064F-7427-4BCA-9E66-CC500B588838}"/>
          </ac:spMkLst>
        </pc:spChg>
        <pc:spChg chg="add mod">
          <ac:chgData name="Sullivan, Stephen M CTR JS J6 (USA)" userId="09533073-ba80-4ec6-aa29-c3f724b8aa56" providerId="ADAL" clId="{6287BF89-DCCA-4F3F-B5AE-357965E08EBB}" dt="2025-09-04T12:44:52.595" v="1166" actId="20577"/>
          <ac:spMkLst>
            <pc:docMk/>
            <pc:sldMk cId="3359467" sldId="141170223"/>
            <ac:spMk id="20" creationId="{E3A67952-DF3B-7E0D-7763-4248D5BF4BB6}"/>
          </ac:spMkLst>
        </pc:spChg>
      </pc:sldChg>
      <pc:sldChg chg="addSp delSp modSp mod">
        <pc:chgData name="Sullivan, Stephen M CTR JS J6 (USA)" userId="09533073-ba80-4ec6-aa29-c3f724b8aa56" providerId="ADAL" clId="{6287BF89-DCCA-4F3F-B5AE-357965E08EBB}" dt="2025-09-04T12:55:32.977" v="1435" actId="20577"/>
        <pc:sldMkLst>
          <pc:docMk/>
          <pc:sldMk cId="1373880188" sldId="141170238"/>
        </pc:sldMkLst>
        <pc:spChg chg="mod">
          <ac:chgData name="Sullivan, Stephen M CTR JS J6 (USA)" userId="09533073-ba80-4ec6-aa29-c3f724b8aa56" providerId="ADAL" clId="{6287BF89-DCCA-4F3F-B5AE-357965E08EBB}" dt="2025-09-04T12:55:17.319" v="1433" actId="1076"/>
          <ac:spMkLst>
            <pc:docMk/>
            <pc:sldMk cId="1373880188" sldId="141170238"/>
            <ac:spMk id="5" creationId="{57809D93-838E-A4DD-F9A9-C1C1207B10A3}"/>
          </ac:spMkLst>
        </pc:spChg>
        <pc:spChg chg="mod">
          <ac:chgData name="Sullivan, Stephen M CTR JS J6 (USA)" userId="09533073-ba80-4ec6-aa29-c3f724b8aa56" providerId="ADAL" clId="{6287BF89-DCCA-4F3F-B5AE-357965E08EBB}" dt="2025-09-04T12:55:32.977" v="1435" actId="20577"/>
          <ac:spMkLst>
            <pc:docMk/>
            <pc:sldMk cId="1373880188" sldId="141170238"/>
            <ac:spMk id="10" creationId="{00000000-0000-0000-0000-000000000000}"/>
          </ac:spMkLst>
        </pc:spChg>
        <pc:picChg chg="mod">
          <ac:chgData name="Sullivan, Stephen M CTR JS J6 (USA)" userId="09533073-ba80-4ec6-aa29-c3f724b8aa56" providerId="ADAL" clId="{6287BF89-DCCA-4F3F-B5AE-357965E08EBB}" dt="2025-09-04T12:55:11.830" v="1432" actId="1076"/>
          <ac:picMkLst>
            <pc:docMk/>
            <pc:sldMk cId="1373880188" sldId="141170238"/>
            <ac:picMk id="2" creationId="{EB472FD6-A5AD-6DC6-1CC0-46B7014A3946}"/>
          </ac:picMkLst>
        </pc:picChg>
        <pc:picChg chg="add del mod">
          <ac:chgData name="Sullivan, Stephen M CTR JS J6 (USA)" userId="09533073-ba80-4ec6-aa29-c3f724b8aa56" providerId="ADAL" clId="{6287BF89-DCCA-4F3F-B5AE-357965E08EBB}" dt="2025-09-04T12:55:08.370" v="1431" actId="1076"/>
          <ac:picMkLst>
            <pc:docMk/>
            <pc:sldMk cId="1373880188" sldId="141170238"/>
            <ac:picMk id="34" creationId="{00000000-0000-0000-0000-000000000000}"/>
          </ac:picMkLst>
        </pc:picChg>
      </pc:sldChg>
      <pc:sldChg chg="addSp delSp modSp mod">
        <pc:chgData name="Sullivan, Stephen M CTR JS J6 (USA)" userId="09533073-ba80-4ec6-aa29-c3f724b8aa56" providerId="ADAL" clId="{6287BF89-DCCA-4F3F-B5AE-357965E08EBB}" dt="2025-09-04T12:22:32.916" v="352" actId="1076"/>
        <pc:sldMkLst>
          <pc:docMk/>
          <pc:sldMk cId="0" sldId="141170243"/>
        </pc:sldMkLst>
        <pc:spChg chg="mod">
          <ac:chgData name="Sullivan, Stephen M CTR JS J6 (USA)" userId="09533073-ba80-4ec6-aa29-c3f724b8aa56" providerId="ADAL" clId="{6287BF89-DCCA-4F3F-B5AE-357965E08EBB}" dt="2025-09-04T12:14:30.136" v="319" actId="122"/>
          <ac:spMkLst>
            <pc:docMk/>
            <pc:sldMk cId="0" sldId="141170243"/>
            <ac:spMk id="2" creationId="{00000000-0000-0000-0000-000000000000}"/>
          </ac:spMkLst>
        </pc:spChg>
        <pc:spChg chg="mod">
          <ac:chgData name="Sullivan, Stephen M CTR JS J6 (USA)" userId="09533073-ba80-4ec6-aa29-c3f724b8aa56" providerId="ADAL" clId="{6287BF89-DCCA-4F3F-B5AE-357965E08EBB}" dt="2025-09-04T12:17:57.991" v="338" actId="1076"/>
          <ac:spMkLst>
            <pc:docMk/>
            <pc:sldMk cId="0" sldId="141170243"/>
            <ac:spMk id="4" creationId="{00000000-0000-0000-0000-000000000000}"/>
          </ac:spMkLst>
        </pc:spChg>
        <pc:spChg chg="mod">
          <ac:chgData name="Sullivan, Stephen M CTR JS J6 (USA)" userId="09533073-ba80-4ec6-aa29-c3f724b8aa56" providerId="ADAL" clId="{6287BF89-DCCA-4F3F-B5AE-357965E08EBB}" dt="2025-09-04T12:16:45.901" v="330" actId="1076"/>
          <ac:spMkLst>
            <pc:docMk/>
            <pc:sldMk cId="0" sldId="141170243"/>
            <ac:spMk id="7" creationId="{8B4E20BF-29CD-EF46-FF85-A08A21843E18}"/>
          </ac:spMkLst>
        </pc:spChg>
        <pc:spChg chg="add mod">
          <ac:chgData name="Sullivan, Stephen M CTR JS J6 (USA)" userId="09533073-ba80-4ec6-aa29-c3f724b8aa56" providerId="ADAL" clId="{6287BF89-DCCA-4F3F-B5AE-357965E08EBB}" dt="2025-09-04T12:22:32.916" v="352" actId="1076"/>
          <ac:spMkLst>
            <pc:docMk/>
            <pc:sldMk cId="0" sldId="141170243"/>
            <ac:spMk id="9" creationId="{259230E3-2515-31F5-A2D7-A505A274F5A6}"/>
          </ac:spMkLst>
        </pc:spChg>
        <pc:spChg chg="mod">
          <ac:chgData name="Sullivan, Stephen M CTR JS J6 (USA)" userId="09533073-ba80-4ec6-aa29-c3f724b8aa56" providerId="ADAL" clId="{6287BF89-DCCA-4F3F-B5AE-357965E08EBB}" dt="2025-09-04T12:18:58.108" v="341" actId="948"/>
          <ac:spMkLst>
            <pc:docMk/>
            <pc:sldMk cId="0" sldId="141170243"/>
            <ac:spMk id="13" creationId="{00000000-0000-0000-0000-000000000000}"/>
          </ac:spMkLst>
        </pc:spChg>
        <pc:spChg chg="mod">
          <ac:chgData name="Sullivan, Stephen M CTR JS J6 (USA)" userId="09533073-ba80-4ec6-aa29-c3f724b8aa56" providerId="ADAL" clId="{6287BF89-DCCA-4F3F-B5AE-357965E08EBB}" dt="2025-09-04T12:19:25.206" v="343" actId="948"/>
          <ac:spMkLst>
            <pc:docMk/>
            <pc:sldMk cId="0" sldId="141170243"/>
            <ac:spMk id="15" creationId="{00000000-0000-0000-0000-000000000000}"/>
          </ac:spMkLst>
        </pc:spChg>
        <pc:spChg chg="mod">
          <ac:chgData name="Sullivan, Stephen M CTR JS J6 (USA)" userId="09533073-ba80-4ec6-aa29-c3f724b8aa56" providerId="ADAL" clId="{6287BF89-DCCA-4F3F-B5AE-357965E08EBB}" dt="2025-09-04T12:18:35.795" v="340" actId="1076"/>
          <ac:spMkLst>
            <pc:docMk/>
            <pc:sldMk cId="0" sldId="141170243"/>
            <ac:spMk id="22" creationId="{00000000-0000-0000-0000-000000000000}"/>
          </ac:spMkLst>
        </pc:spChg>
        <pc:spChg chg="mod">
          <ac:chgData name="Sullivan, Stephen M CTR JS J6 (USA)" userId="09533073-ba80-4ec6-aa29-c3f724b8aa56" providerId="ADAL" clId="{6287BF89-DCCA-4F3F-B5AE-357965E08EBB}" dt="2025-09-04T12:18:35.795" v="340" actId="1076"/>
          <ac:spMkLst>
            <pc:docMk/>
            <pc:sldMk cId="0" sldId="141170243"/>
            <ac:spMk id="26" creationId="{B9DBD4A2-CC34-AFAF-1ADC-4C03C18DADE2}"/>
          </ac:spMkLst>
        </pc:spChg>
        <pc:picChg chg="mod">
          <ac:chgData name="Sullivan, Stephen M CTR JS J6 (USA)" userId="09533073-ba80-4ec6-aa29-c3f724b8aa56" providerId="ADAL" clId="{6287BF89-DCCA-4F3F-B5AE-357965E08EBB}" dt="2025-09-04T12:16:45.901" v="330" actId="1076"/>
          <ac:picMkLst>
            <pc:docMk/>
            <pc:sldMk cId="0" sldId="141170243"/>
            <ac:picMk id="6" creationId="{AF500335-9E1D-FCC2-2668-BAA216647DC5}"/>
          </ac:picMkLst>
        </pc:picChg>
        <pc:picChg chg="add mod">
          <ac:chgData name="Sullivan, Stephen M CTR JS J6 (USA)" userId="09533073-ba80-4ec6-aa29-c3f724b8aa56" providerId="ADAL" clId="{6287BF89-DCCA-4F3F-B5AE-357965E08EBB}" dt="2025-09-04T12:22:32.916" v="352" actId="1076"/>
          <ac:picMkLst>
            <pc:docMk/>
            <pc:sldMk cId="0" sldId="141170243"/>
            <ac:picMk id="8" creationId="{16B02F69-6BAE-5B2D-15EA-E819D28DBDCC}"/>
          </ac:picMkLst>
        </pc:picChg>
        <pc:picChg chg="mod">
          <ac:chgData name="Sullivan, Stephen M CTR JS J6 (USA)" userId="09533073-ba80-4ec6-aa29-c3f724b8aa56" providerId="ADAL" clId="{6287BF89-DCCA-4F3F-B5AE-357965E08EBB}" dt="2025-09-04T12:17:01" v="332" actId="1076"/>
          <ac:picMkLst>
            <pc:docMk/>
            <pc:sldMk cId="0" sldId="141170243"/>
            <ac:picMk id="10" creationId="{00000000-0000-0000-0000-000000000000}"/>
          </ac:picMkLst>
        </pc:picChg>
        <pc:picChg chg="mod">
          <ac:chgData name="Sullivan, Stephen M CTR JS J6 (USA)" userId="09533073-ba80-4ec6-aa29-c3f724b8aa56" providerId="ADAL" clId="{6287BF89-DCCA-4F3F-B5AE-357965E08EBB}" dt="2025-09-04T12:18:35.795" v="340" actId="1076"/>
          <ac:picMkLst>
            <pc:docMk/>
            <pc:sldMk cId="0" sldId="141170243"/>
            <ac:picMk id="14" creationId="{00000000-0000-0000-0000-000000000000}"/>
          </ac:picMkLst>
        </pc:picChg>
        <pc:picChg chg="mod">
          <ac:chgData name="Sullivan, Stephen M CTR JS J6 (USA)" userId="09533073-ba80-4ec6-aa29-c3f724b8aa56" providerId="ADAL" clId="{6287BF89-DCCA-4F3F-B5AE-357965E08EBB}" dt="2025-09-04T12:18:35.795" v="340" actId="1076"/>
          <ac:picMkLst>
            <pc:docMk/>
            <pc:sldMk cId="0" sldId="141170243"/>
            <ac:picMk id="16" creationId="{00000000-0000-0000-0000-000000000000}"/>
          </ac:picMkLst>
        </pc:picChg>
        <pc:picChg chg="mod">
          <ac:chgData name="Sullivan, Stephen M CTR JS J6 (USA)" userId="09533073-ba80-4ec6-aa29-c3f724b8aa56" providerId="ADAL" clId="{6287BF89-DCCA-4F3F-B5AE-357965E08EBB}" dt="2025-09-04T12:18:35.795" v="340" actId="1076"/>
          <ac:picMkLst>
            <pc:docMk/>
            <pc:sldMk cId="0" sldId="141170243"/>
            <ac:picMk id="21" creationId="{00000000-0000-0000-0000-000000000000}"/>
          </ac:picMkLst>
        </pc:picChg>
        <pc:picChg chg="mod">
          <ac:chgData name="Sullivan, Stephen M CTR JS J6 (USA)" userId="09533073-ba80-4ec6-aa29-c3f724b8aa56" providerId="ADAL" clId="{6287BF89-DCCA-4F3F-B5AE-357965E08EBB}" dt="2025-09-04T12:18:35.795" v="340" actId="1076"/>
          <ac:picMkLst>
            <pc:docMk/>
            <pc:sldMk cId="0" sldId="141170243"/>
            <ac:picMk id="25" creationId="{246AFCA7-A6DF-02BA-CD96-93CC1A0044EC}"/>
          </ac:picMkLst>
        </pc:picChg>
      </pc:sldChg>
      <pc:sldChg chg="del">
        <pc:chgData name="Sullivan, Stephen M CTR JS J6 (USA)" userId="09533073-ba80-4ec6-aa29-c3f724b8aa56" providerId="ADAL" clId="{6287BF89-DCCA-4F3F-B5AE-357965E08EBB}" dt="2025-09-04T12:47:09.571" v="1298" actId="47"/>
        <pc:sldMkLst>
          <pc:docMk/>
          <pc:sldMk cId="2838307114" sldId="141170245"/>
        </pc:sldMkLst>
      </pc:sldChg>
      <pc:sldChg chg="modSp mod">
        <pc:chgData name="Sullivan, Stephen M CTR JS J6 (USA)" userId="09533073-ba80-4ec6-aa29-c3f724b8aa56" providerId="ADAL" clId="{6287BF89-DCCA-4F3F-B5AE-357965E08EBB}" dt="2025-09-04T12:51:19.814" v="1360" actId="20577"/>
        <pc:sldMkLst>
          <pc:docMk/>
          <pc:sldMk cId="0" sldId="141170247"/>
        </pc:sldMkLst>
        <pc:spChg chg="mod">
          <ac:chgData name="Sullivan, Stephen M CTR JS J6 (USA)" userId="09533073-ba80-4ec6-aa29-c3f724b8aa56" providerId="ADAL" clId="{6287BF89-DCCA-4F3F-B5AE-357965E08EBB}" dt="2025-09-04T12:27:27.136" v="475" actId="20577"/>
          <ac:spMkLst>
            <pc:docMk/>
            <pc:sldMk cId="0" sldId="141170247"/>
            <ac:spMk id="3" creationId="{00000000-0000-0000-0000-000000000000}"/>
          </ac:spMkLst>
        </pc:spChg>
        <pc:spChg chg="mod">
          <ac:chgData name="Sullivan, Stephen M CTR JS J6 (USA)" userId="09533073-ba80-4ec6-aa29-c3f724b8aa56" providerId="ADAL" clId="{6287BF89-DCCA-4F3F-B5AE-357965E08EBB}" dt="2025-09-04T12:51:19.814" v="1360" actId="20577"/>
          <ac:spMkLst>
            <pc:docMk/>
            <pc:sldMk cId="0" sldId="141170247"/>
            <ac:spMk id="8" creationId="{8009D8AF-AB2D-2E3A-9FAA-51121A7AC166}"/>
          </ac:spMkLst>
        </pc:spChg>
      </pc:sldChg>
      <pc:sldChg chg="del">
        <pc:chgData name="Sullivan, Stephen M CTR JS J6 (USA)" userId="09533073-ba80-4ec6-aa29-c3f724b8aa56" providerId="ADAL" clId="{6287BF89-DCCA-4F3F-B5AE-357965E08EBB}" dt="2025-09-04T13:00:51.681" v="1535" actId="47"/>
        <pc:sldMkLst>
          <pc:docMk/>
          <pc:sldMk cId="1262787905" sldId="141170248"/>
        </pc:sldMkLst>
      </pc:sldChg>
      <pc:sldChg chg="del">
        <pc:chgData name="Sullivan, Stephen M CTR JS J6 (USA)" userId="09533073-ba80-4ec6-aa29-c3f724b8aa56" providerId="ADAL" clId="{6287BF89-DCCA-4F3F-B5AE-357965E08EBB}" dt="2025-09-04T13:00:43.272" v="1533" actId="47"/>
        <pc:sldMkLst>
          <pc:docMk/>
          <pc:sldMk cId="2498728359" sldId="141170249"/>
        </pc:sldMkLst>
      </pc:sldChg>
      <pc:sldChg chg="add ord">
        <pc:chgData name="Sullivan, Stephen M CTR JS J6 (USA)" userId="09533073-ba80-4ec6-aa29-c3f724b8aa56" providerId="ADAL" clId="{6287BF89-DCCA-4F3F-B5AE-357965E08EBB}" dt="2025-09-04T12:06:13.827" v="216"/>
        <pc:sldMkLst>
          <pc:docMk/>
          <pc:sldMk cId="3184882105" sldId="141170250"/>
        </pc:sldMkLst>
      </pc:sldChg>
      <pc:sldChg chg="delSp modSp new mod">
        <pc:chgData name="Sullivan, Stephen M CTR JS J6 (USA)" userId="09533073-ba80-4ec6-aa29-c3f724b8aa56" providerId="ADAL" clId="{6287BF89-DCCA-4F3F-B5AE-357965E08EBB}" dt="2025-09-04T12:26:15.256" v="455" actId="20577"/>
        <pc:sldMkLst>
          <pc:docMk/>
          <pc:sldMk cId="1299972191" sldId="141170251"/>
        </pc:sldMkLst>
        <pc:spChg chg="mod">
          <ac:chgData name="Sullivan, Stephen M CTR JS J6 (USA)" userId="09533073-ba80-4ec6-aa29-c3f724b8aa56" providerId="ADAL" clId="{6287BF89-DCCA-4F3F-B5AE-357965E08EBB}" dt="2025-09-04T12:26:15.256" v="455" actId="20577"/>
          <ac:spMkLst>
            <pc:docMk/>
            <pc:sldMk cId="1299972191" sldId="141170251"/>
            <ac:spMk id="3" creationId="{2B64C703-678A-A7D7-3A09-D1FE6572E0FD}"/>
          </ac:spMkLst>
        </pc:spChg>
      </pc:sldChg>
      <pc:sldMasterChg chg="delSldLayout">
        <pc:chgData name="Sullivan, Stephen M CTR JS J6 (USA)" userId="09533073-ba80-4ec6-aa29-c3f724b8aa56" providerId="ADAL" clId="{6287BF89-DCCA-4F3F-B5AE-357965E08EBB}" dt="2025-09-04T12:52:47.260" v="1416" actId="2696"/>
        <pc:sldMasterMkLst>
          <pc:docMk/>
          <pc:sldMasterMk cId="0" sldId="2147483648"/>
        </pc:sldMasterMkLst>
        <pc:sldLayoutChg chg="del">
          <pc:chgData name="Sullivan, Stephen M CTR JS J6 (USA)" userId="09533073-ba80-4ec6-aa29-c3f724b8aa56" providerId="ADAL" clId="{6287BF89-DCCA-4F3F-B5AE-357965E08EBB}" dt="2025-09-04T12:52:47.260" v="1416" actId="2696"/>
          <pc:sldLayoutMkLst>
            <pc:docMk/>
            <pc:sldMasterMk cId="0" sldId="2147483648"/>
            <pc:sldLayoutMk cId="247507559" sldId="2147483689"/>
          </pc:sldLayoutMkLst>
        </pc:sldLayoutChg>
        <pc:sldLayoutChg chg="del">
          <pc:chgData name="Sullivan, Stephen M CTR JS J6 (USA)" userId="09533073-ba80-4ec6-aa29-c3f724b8aa56" providerId="ADAL" clId="{6287BF89-DCCA-4F3F-B5AE-357965E08EBB}" dt="2025-09-04T12:52:47.260" v="1416" actId="2696"/>
          <pc:sldLayoutMkLst>
            <pc:docMk/>
            <pc:sldMasterMk cId="0" sldId="2147483648"/>
            <pc:sldLayoutMk cId="1724863323" sldId="2147483690"/>
          </pc:sldLayoutMkLst>
        </pc:sldLayoutChg>
      </pc:sldMasterChg>
    </pc:docChg>
  </pc:docChgLst>
  <pc:docChgLst>
    <pc:chgData name="Sullivan, Stephen M CTR JS J6 (USA)" userId="09533073-ba80-4ec6-aa29-c3f724b8aa56" providerId="ADAL" clId="{0CDC771E-B0A7-4B5B-80E6-3257C3EB53EC}"/>
    <pc:docChg chg="custSel addSld delSld modSld sldOrd">
      <pc:chgData name="Sullivan, Stephen M CTR JS J6 (USA)" userId="09533073-ba80-4ec6-aa29-c3f724b8aa56" providerId="ADAL" clId="{0CDC771E-B0A7-4B5B-80E6-3257C3EB53EC}" dt="2025-11-12T14:30:49.883" v="1931" actId="6549"/>
      <pc:docMkLst>
        <pc:docMk/>
      </pc:docMkLst>
      <pc:sldChg chg="modSp mod">
        <pc:chgData name="Sullivan, Stephen M CTR JS J6 (USA)" userId="09533073-ba80-4ec6-aa29-c3f724b8aa56" providerId="ADAL" clId="{0CDC771E-B0A7-4B5B-80E6-3257C3EB53EC}" dt="2025-11-12T13:12:31.695" v="132" actId="20577"/>
        <pc:sldMkLst>
          <pc:docMk/>
          <pc:sldMk cId="4221082181" sldId="262"/>
        </pc:sldMkLst>
        <pc:spChg chg="mod">
          <ac:chgData name="Sullivan, Stephen M CTR JS J6 (USA)" userId="09533073-ba80-4ec6-aa29-c3f724b8aa56" providerId="ADAL" clId="{0CDC771E-B0A7-4B5B-80E6-3257C3EB53EC}" dt="2025-11-12T13:12:31.695" v="132" actId="20577"/>
          <ac:spMkLst>
            <pc:docMk/>
            <pc:sldMk cId="4221082181" sldId="262"/>
            <ac:spMk id="7" creationId="{3E6C977F-E4BB-D5EE-2F18-735ABD7AA9D6}"/>
          </ac:spMkLst>
        </pc:spChg>
      </pc:sldChg>
      <pc:sldChg chg="del">
        <pc:chgData name="Sullivan, Stephen M CTR JS J6 (USA)" userId="09533073-ba80-4ec6-aa29-c3f724b8aa56" providerId="ADAL" clId="{0CDC771E-B0A7-4B5B-80E6-3257C3EB53EC}" dt="2025-11-12T14:17:53.345" v="1732" actId="47"/>
        <pc:sldMkLst>
          <pc:docMk/>
          <pc:sldMk cId="1691588824" sldId="265"/>
        </pc:sldMkLst>
      </pc:sldChg>
      <pc:sldChg chg="modSp mod">
        <pc:chgData name="Sullivan, Stephen M CTR JS J6 (USA)" userId="09533073-ba80-4ec6-aa29-c3f724b8aa56" providerId="ADAL" clId="{0CDC771E-B0A7-4B5B-80E6-3257C3EB53EC}" dt="2025-11-12T13:22:47.561" v="362" actId="13926"/>
        <pc:sldMkLst>
          <pc:docMk/>
          <pc:sldMk cId="3552345036" sldId="269"/>
        </pc:sldMkLst>
        <pc:spChg chg="mod">
          <ac:chgData name="Sullivan, Stephen M CTR JS J6 (USA)" userId="09533073-ba80-4ec6-aa29-c3f724b8aa56" providerId="ADAL" clId="{0CDC771E-B0A7-4B5B-80E6-3257C3EB53EC}" dt="2025-11-12T13:22:47.561" v="362" actId="13926"/>
          <ac:spMkLst>
            <pc:docMk/>
            <pc:sldMk cId="3552345036" sldId="269"/>
            <ac:spMk id="3" creationId="{00000000-0000-0000-0000-000000000000}"/>
          </ac:spMkLst>
        </pc:spChg>
      </pc:sldChg>
      <pc:sldChg chg="modSp mod">
        <pc:chgData name="Sullivan, Stephen M CTR JS J6 (USA)" userId="09533073-ba80-4ec6-aa29-c3f724b8aa56" providerId="ADAL" clId="{0CDC771E-B0A7-4B5B-80E6-3257C3EB53EC}" dt="2025-11-12T14:18:52.351" v="1744" actId="20577"/>
        <pc:sldMkLst>
          <pc:docMk/>
          <pc:sldMk cId="0" sldId="294"/>
        </pc:sldMkLst>
        <pc:spChg chg="mod">
          <ac:chgData name="Sullivan, Stephen M CTR JS J6 (USA)" userId="09533073-ba80-4ec6-aa29-c3f724b8aa56" providerId="ADAL" clId="{0CDC771E-B0A7-4B5B-80E6-3257C3EB53EC}" dt="2025-11-12T14:18:52.351" v="1744" actId="20577"/>
          <ac:spMkLst>
            <pc:docMk/>
            <pc:sldMk cId="0" sldId="294"/>
            <ac:spMk id="4" creationId="{00000000-0000-0000-0000-000000000000}"/>
          </ac:spMkLst>
        </pc:spChg>
      </pc:sldChg>
      <pc:sldChg chg="del">
        <pc:chgData name="Sullivan, Stephen M CTR JS J6 (USA)" userId="09533073-ba80-4ec6-aa29-c3f724b8aa56" providerId="ADAL" clId="{0CDC771E-B0A7-4B5B-80E6-3257C3EB53EC}" dt="2025-11-12T14:17:53.345" v="1732" actId="47"/>
        <pc:sldMkLst>
          <pc:docMk/>
          <pc:sldMk cId="0" sldId="300"/>
        </pc:sldMkLst>
      </pc:sldChg>
      <pc:sldChg chg="del">
        <pc:chgData name="Sullivan, Stephen M CTR JS J6 (USA)" userId="09533073-ba80-4ec6-aa29-c3f724b8aa56" providerId="ADAL" clId="{0CDC771E-B0A7-4B5B-80E6-3257C3EB53EC}" dt="2025-11-12T14:17:53.345" v="1732" actId="47"/>
        <pc:sldMkLst>
          <pc:docMk/>
          <pc:sldMk cId="0" sldId="302"/>
        </pc:sldMkLst>
      </pc:sldChg>
      <pc:sldChg chg="del">
        <pc:chgData name="Sullivan, Stephen M CTR JS J6 (USA)" userId="09533073-ba80-4ec6-aa29-c3f724b8aa56" providerId="ADAL" clId="{0CDC771E-B0A7-4B5B-80E6-3257C3EB53EC}" dt="2025-11-12T14:17:53.345" v="1732" actId="47"/>
        <pc:sldMkLst>
          <pc:docMk/>
          <pc:sldMk cId="0" sldId="305"/>
        </pc:sldMkLst>
      </pc:sldChg>
      <pc:sldChg chg="del">
        <pc:chgData name="Sullivan, Stephen M CTR JS J6 (USA)" userId="09533073-ba80-4ec6-aa29-c3f724b8aa56" providerId="ADAL" clId="{0CDC771E-B0A7-4B5B-80E6-3257C3EB53EC}" dt="2025-11-12T14:17:53.345" v="1732" actId="47"/>
        <pc:sldMkLst>
          <pc:docMk/>
          <pc:sldMk cId="1359659987" sldId="141170087"/>
        </pc:sldMkLst>
      </pc:sldChg>
      <pc:sldChg chg="del">
        <pc:chgData name="Sullivan, Stephen M CTR JS J6 (USA)" userId="09533073-ba80-4ec6-aa29-c3f724b8aa56" providerId="ADAL" clId="{0CDC771E-B0A7-4B5B-80E6-3257C3EB53EC}" dt="2025-11-12T14:17:53.345" v="1732" actId="47"/>
        <pc:sldMkLst>
          <pc:docMk/>
          <pc:sldMk cId="3697883735" sldId="141170147"/>
        </pc:sldMkLst>
      </pc:sldChg>
      <pc:sldChg chg="modSp mod">
        <pc:chgData name="Sullivan, Stephen M CTR JS J6 (USA)" userId="09533073-ba80-4ec6-aa29-c3f724b8aa56" providerId="ADAL" clId="{0CDC771E-B0A7-4B5B-80E6-3257C3EB53EC}" dt="2025-11-12T14:15:19.235" v="1731" actId="20577"/>
        <pc:sldMkLst>
          <pc:docMk/>
          <pc:sldMk cId="3066605442" sldId="141170221"/>
        </pc:sldMkLst>
        <pc:spChg chg="mod">
          <ac:chgData name="Sullivan, Stephen M CTR JS J6 (USA)" userId="09533073-ba80-4ec6-aa29-c3f724b8aa56" providerId="ADAL" clId="{0CDC771E-B0A7-4B5B-80E6-3257C3EB53EC}" dt="2025-11-12T14:15:19.235" v="1731" actId="20577"/>
          <ac:spMkLst>
            <pc:docMk/>
            <pc:sldMk cId="3066605442" sldId="141170221"/>
            <ac:spMk id="4" creationId="{00000000-0000-0000-0000-000000000000}"/>
          </ac:spMkLst>
        </pc:spChg>
      </pc:sldChg>
      <pc:sldChg chg="del">
        <pc:chgData name="Sullivan, Stephen M CTR JS J6 (USA)" userId="09533073-ba80-4ec6-aa29-c3f724b8aa56" providerId="ADAL" clId="{0CDC771E-B0A7-4B5B-80E6-3257C3EB53EC}" dt="2025-11-12T14:17:53.345" v="1732" actId="47"/>
        <pc:sldMkLst>
          <pc:docMk/>
          <pc:sldMk cId="1827757905" sldId="141170222"/>
        </pc:sldMkLst>
      </pc:sldChg>
      <pc:sldChg chg="modSp mod">
        <pc:chgData name="Sullivan, Stephen M CTR JS J6 (USA)" userId="09533073-ba80-4ec6-aa29-c3f724b8aa56" providerId="ADAL" clId="{0CDC771E-B0A7-4B5B-80E6-3257C3EB53EC}" dt="2025-11-12T13:36:40.072" v="1030" actId="20577"/>
        <pc:sldMkLst>
          <pc:docMk/>
          <pc:sldMk cId="3359467" sldId="141170223"/>
        </pc:sldMkLst>
        <pc:spChg chg="mod">
          <ac:chgData name="Sullivan, Stephen M CTR JS J6 (USA)" userId="09533073-ba80-4ec6-aa29-c3f724b8aa56" providerId="ADAL" clId="{0CDC771E-B0A7-4B5B-80E6-3257C3EB53EC}" dt="2025-11-12T13:36:40.072" v="1030" actId="20577"/>
          <ac:spMkLst>
            <pc:docMk/>
            <pc:sldMk cId="3359467" sldId="141170223"/>
            <ac:spMk id="2" creationId="{69F52E4D-37A5-4D6A-9478-96057393945C}"/>
          </ac:spMkLst>
        </pc:spChg>
        <pc:spChg chg="mod">
          <ac:chgData name="Sullivan, Stephen M CTR JS J6 (USA)" userId="09533073-ba80-4ec6-aa29-c3f724b8aa56" providerId="ADAL" clId="{0CDC771E-B0A7-4B5B-80E6-3257C3EB53EC}" dt="2025-11-12T13:29:11.745" v="622" actId="20577"/>
          <ac:spMkLst>
            <pc:docMk/>
            <pc:sldMk cId="3359467" sldId="141170223"/>
            <ac:spMk id="5" creationId="{CDBE064F-7427-4BCA-9E66-CC500B588838}"/>
          </ac:spMkLst>
        </pc:spChg>
        <pc:spChg chg="mod">
          <ac:chgData name="Sullivan, Stephen M CTR JS J6 (USA)" userId="09533073-ba80-4ec6-aa29-c3f724b8aa56" providerId="ADAL" clId="{0CDC771E-B0A7-4B5B-80E6-3257C3EB53EC}" dt="2025-11-12T13:29:07.933" v="620" actId="1076"/>
          <ac:spMkLst>
            <pc:docMk/>
            <pc:sldMk cId="3359467" sldId="141170223"/>
            <ac:spMk id="10" creationId="{5524B51F-2EFD-EFCF-C824-094AEBC00EFB}"/>
          </ac:spMkLst>
        </pc:spChg>
        <pc:spChg chg="mod">
          <ac:chgData name="Sullivan, Stephen M CTR JS J6 (USA)" userId="09533073-ba80-4ec6-aa29-c3f724b8aa56" providerId="ADAL" clId="{0CDC771E-B0A7-4B5B-80E6-3257C3EB53EC}" dt="2025-11-12T13:36:19.575" v="1020" actId="20577"/>
          <ac:spMkLst>
            <pc:docMk/>
            <pc:sldMk cId="3359467" sldId="141170223"/>
            <ac:spMk id="20" creationId="{E3A67952-DF3B-7E0D-7763-4248D5BF4BB6}"/>
          </ac:spMkLst>
        </pc:spChg>
      </pc:sldChg>
      <pc:sldChg chg="modSp mod">
        <pc:chgData name="Sullivan, Stephen M CTR JS J6 (USA)" userId="09533073-ba80-4ec6-aa29-c3f724b8aa56" providerId="ADAL" clId="{0CDC771E-B0A7-4B5B-80E6-3257C3EB53EC}" dt="2025-11-12T14:26:40.178" v="1808" actId="20577"/>
        <pc:sldMkLst>
          <pc:docMk/>
          <pc:sldMk cId="0" sldId="141170247"/>
        </pc:sldMkLst>
        <pc:spChg chg="mod">
          <ac:chgData name="Sullivan, Stephen M CTR JS J6 (USA)" userId="09533073-ba80-4ec6-aa29-c3f724b8aa56" providerId="ADAL" clId="{0CDC771E-B0A7-4B5B-80E6-3257C3EB53EC}" dt="2025-11-12T13:11:02.567" v="59" actId="313"/>
          <ac:spMkLst>
            <pc:docMk/>
            <pc:sldMk cId="0" sldId="141170247"/>
            <ac:spMk id="3" creationId="{00000000-0000-0000-0000-000000000000}"/>
          </ac:spMkLst>
        </pc:spChg>
        <pc:spChg chg="mod">
          <ac:chgData name="Sullivan, Stephen M CTR JS J6 (USA)" userId="09533073-ba80-4ec6-aa29-c3f724b8aa56" providerId="ADAL" clId="{0CDC771E-B0A7-4B5B-80E6-3257C3EB53EC}" dt="2025-11-12T14:26:40.178" v="1808" actId="20577"/>
          <ac:spMkLst>
            <pc:docMk/>
            <pc:sldMk cId="0" sldId="141170247"/>
            <ac:spMk id="5" creationId="{00000000-0000-0000-0000-000000000000}"/>
          </ac:spMkLst>
        </pc:spChg>
        <pc:spChg chg="mod">
          <ac:chgData name="Sullivan, Stephen M CTR JS J6 (USA)" userId="09533073-ba80-4ec6-aa29-c3f724b8aa56" providerId="ADAL" clId="{0CDC771E-B0A7-4B5B-80E6-3257C3EB53EC}" dt="2025-11-12T14:26:09.107" v="1796" actId="20577"/>
          <ac:spMkLst>
            <pc:docMk/>
            <pc:sldMk cId="0" sldId="141170247"/>
            <ac:spMk id="7" creationId="{F796EB49-15F4-AA2E-86A6-AD2C3F462AB4}"/>
          </ac:spMkLst>
        </pc:spChg>
        <pc:spChg chg="mod">
          <ac:chgData name="Sullivan, Stephen M CTR JS J6 (USA)" userId="09533073-ba80-4ec6-aa29-c3f724b8aa56" providerId="ADAL" clId="{0CDC771E-B0A7-4B5B-80E6-3257C3EB53EC}" dt="2025-11-12T13:17:04.206" v="334" actId="14100"/>
          <ac:spMkLst>
            <pc:docMk/>
            <pc:sldMk cId="0" sldId="141170247"/>
            <ac:spMk id="8" creationId="{8009D8AF-AB2D-2E3A-9FAA-51121A7AC166}"/>
          </ac:spMkLst>
        </pc:spChg>
      </pc:sldChg>
      <pc:sldChg chg="del">
        <pc:chgData name="Sullivan, Stephen M CTR JS J6 (USA)" userId="09533073-ba80-4ec6-aa29-c3f724b8aa56" providerId="ADAL" clId="{0CDC771E-B0A7-4B5B-80E6-3257C3EB53EC}" dt="2025-11-12T14:17:53.345" v="1732" actId="47"/>
        <pc:sldMkLst>
          <pc:docMk/>
          <pc:sldMk cId="3184882105" sldId="141170250"/>
        </pc:sldMkLst>
      </pc:sldChg>
      <pc:sldChg chg="modSp mod ord">
        <pc:chgData name="Sullivan, Stephen M CTR JS J6 (USA)" userId="09533073-ba80-4ec6-aa29-c3f724b8aa56" providerId="ADAL" clId="{0CDC771E-B0A7-4B5B-80E6-3257C3EB53EC}" dt="2025-11-12T14:25:37.966" v="1793" actId="20577"/>
        <pc:sldMkLst>
          <pc:docMk/>
          <pc:sldMk cId="1299972191" sldId="141170251"/>
        </pc:sldMkLst>
        <pc:spChg chg="mod">
          <ac:chgData name="Sullivan, Stephen M CTR JS J6 (USA)" userId="09533073-ba80-4ec6-aa29-c3f724b8aa56" providerId="ADAL" clId="{0CDC771E-B0A7-4B5B-80E6-3257C3EB53EC}" dt="2025-11-12T14:25:37.966" v="1793" actId="20577"/>
          <ac:spMkLst>
            <pc:docMk/>
            <pc:sldMk cId="1299972191" sldId="141170251"/>
            <ac:spMk id="3" creationId="{2B64C703-678A-A7D7-3A09-D1FE6572E0FD}"/>
          </ac:spMkLst>
        </pc:spChg>
      </pc:sldChg>
      <pc:sldChg chg="addSp modSp add mod">
        <pc:chgData name="Sullivan, Stephen M CTR JS J6 (USA)" userId="09533073-ba80-4ec6-aa29-c3f724b8aa56" providerId="ADAL" clId="{0CDC771E-B0A7-4B5B-80E6-3257C3EB53EC}" dt="2025-11-12T14:11:48.230" v="1612" actId="20577"/>
        <pc:sldMkLst>
          <pc:docMk/>
          <pc:sldMk cId="438548688" sldId="141170252"/>
        </pc:sldMkLst>
        <pc:spChg chg="mod">
          <ac:chgData name="Sullivan, Stephen M CTR JS J6 (USA)" userId="09533073-ba80-4ec6-aa29-c3f724b8aa56" providerId="ADAL" clId="{0CDC771E-B0A7-4B5B-80E6-3257C3EB53EC}" dt="2025-11-12T13:40:31.508" v="1163" actId="20577"/>
          <ac:spMkLst>
            <pc:docMk/>
            <pc:sldMk cId="438548688" sldId="141170252"/>
            <ac:spMk id="2" creationId="{A498D5DA-D9B4-D395-B630-A37A7FDC6384}"/>
          </ac:spMkLst>
        </pc:spChg>
        <pc:spChg chg="mod">
          <ac:chgData name="Sullivan, Stephen M CTR JS J6 (USA)" userId="09533073-ba80-4ec6-aa29-c3f724b8aa56" providerId="ADAL" clId="{0CDC771E-B0A7-4B5B-80E6-3257C3EB53EC}" dt="2025-11-12T13:54:30.027" v="1576" actId="20577"/>
          <ac:spMkLst>
            <pc:docMk/>
            <pc:sldMk cId="438548688" sldId="141170252"/>
            <ac:spMk id="5" creationId="{29613FC8-2E24-43F1-129D-ABB4DACE034C}"/>
          </ac:spMkLst>
        </pc:spChg>
        <pc:spChg chg="mod">
          <ac:chgData name="Sullivan, Stephen M CTR JS J6 (USA)" userId="09533073-ba80-4ec6-aa29-c3f724b8aa56" providerId="ADAL" clId="{0CDC771E-B0A7-4B5B-80E6-3257C3EB53EC}" dt="2025-11-12T13:38:49.468" v="1101" actId="1076"/>
          <ac:spMkLst>
            <pc:docMk/>
            <pc:sldMk cId="438548688" sldId="141170252"/>
            <ac:spMk id="10" creationId="{21EF7F98-C95B-B8A1-C18A-4879A797FD7E}"/>
          </ac:spMkLst>
        </pc:spChg>
        <pc:spChg chg="add mod">
          <ac:chgData name="Sullivan, Stephen M CTR JS J6 (USA)" userId="09533073-ba80-4ec6-aa29-c3f724b8aa56" providerId="ADAL" clId="{0CDC771E-B0A7-4B5B-80E6-3257C3EB53EC}" dt="2025-11-12T14:11:48.230" v="1612" actId="20577"/>
          <ac:spMkLst>
            <pc:docMk/>
            <pc:sldMk cId="438548688" sldId="141170252"/>
            <ac:spMk id="11" creationId="{50B0F921-281D-754A-C0C9-40643D7DDF09}"/>
          </ac:spMkLst>
        </pc:spChg>
        <pc:spChg chg="mod">
          <ac:chgData name="Sullivan, Stephen M CTR JS J6 (USA)" userId="09533073-ba80-4ec6-aa29-c3f724b8aa56" providerId="ADAL" clId="{0CDC771E-B0A7-4B5B-80E6-3257C3EB53EC}" dt="2025-11-12T13:50:44.083" v="1400" actId="5793"/>
          <ac:spMkLst>
            <pc:docMk/>
            <pc:sldMk cId="438548688" sldId="141170252"/>
            <ac:spMk id="20" creationId="{168A63CF-8BFD-595D-FDEF-703EC7911C1A}"/>
          </ac:spMkLst>
        </pc:spChg>
      </pc:sldChg>
      <pc:sldChg chg="delSp modSp mod">
        <pc:chgData name="Sullivan, Stephen M CTR JS J6 (USA)" userId="09533073-ba80-4ec6-aa29-c3f724b8aa56" providerId="ADAL" clId="{0CDC771E-B0A7-4B5B-80E6-3257C3EB53EC}" dt="2025-11-12T14:30:05.514" v="1866" actId="14100"/>
        <pc:sldMkLst>
          <pc:docMk/>
          <pc:sldMk cId="3758824446" sldId="141170253"/>
        </pc:sldMkLst>
        <pc:spChg chg="del mod">
          <ac:chgData name="Sullivan, Stephen M CTR JS J6 (USA)" userId="09533073-ba80-4ec6-aa29-c3f724b8aa56" providerId="ADAL" clId="{0CDC771E-B0A7-4B5B-80E6-3257C3EB53EC}" dt="2025-11-12T14:29:15.101" v="1814"/>
          <ac:spMkLst>
            <pc:docMk/>
            <pc:sldMk cId="3758824446" sldId="141170253"/>
            <ac:spMk id="2" creationId="{1433E85A-3DAC-F5E2-9B08-AB1A1F30D963}"/>
          </ac:spMkLst>
        </pc:spChg>
        <pc:spChg chg="mod">
          <ac:chgData name="Sullivan, Stephen M CTR JS J6 (USA)" userId="09533073-ba80-4ec6-aa29-c3f724b8aa56" providerId="ADAL" clId="{0CDC771E-B0A7-4B5B-80E6-3257C3EB53EC}" dt="2025-11-12T14:30:05.514" v="1866" actId="14100"/>
          <ac:spMkLst>
            <pc:docMk/>
            <pc:sldMk cId="3758824446" sldId="141170253"/>
            <ac:spMk id="4" creationId="{F26750F3-AB51-AC8F-B6BD-C2147E839296}"/>
          </ac:spMkLst>
        </pc:spChg>
      </pc:sldChg>
      <pc:sldChg chg="delSp modSp del mod">
        <pc:chgData name="Sullivan, Stephen M CTR JS J6 (USA)" userId="09533073-ba80-4ec6-aa29-c3f724b8aa56" providerId="ADAL" clId="{0CDC771E-B0A7-4B5B-80E6-3257C3EB53EC}" dt="2025-11-12T14:30:15.477" v="1867" actId="47"/>
        <pc:sldMkLst>
          <pc:docMk/>
          <pc:sldMk cId="801164232" sldId="141170254"/>
        </pc:sldMkLst>
        <pc:spChg chg="del mod">
          <ac:chgData name="Sullivan, Stephen M CTR JS J6 (USA)" userId="09533073-ba80-4ec6-aa29-c3f724b8aa56" providerId="ADAL" clId="{0CDC771E-B0A7-4B5B-80E6-3257C3EB53EC}" dt="2025-11-12T14:28:55.463" v="1811"/>
          <ac:spMkLst>
            <pc:docMk/>
            <pc:sldMk cId="801164232" sldId="141170254"/>
            <ac:spMk id="2" creationId="{9FC216D3-AAA0-2583-118E-E7D6E7A0B2D5}"/>
          </ac:spMkLst>
        </pc:spChg>
      </pc:sldChg>
      <pc:sldChg chg="modSp add mod">
        <pc:chgData name="Sullivan, Stephen M CTR JS J6 (USA)" userId="09533073-ba80-4ec6-aa29-c3f724b8aa56" providerId="ADAL" clId="{0CDC771E-B0A7-4B5B-80E6-3257C3EB53EC}" dt="2025-11-12T14:30:49.883" v="1931" actId="6549"/>
        <pc:sldMkLst>
          <pc:docMk/>
          <pc:sldMk cId="2322495447" sldId="141170254"/>
        </pc:sldMkLst>
        <pc:spChg chg="mod">
          <ac:chgData name="Sullivan, Stephen M CTR JS J6 (USA)" userId="09533073-ba80-4ec6-aa29-c3f724b8aa56" providerId="ADAL" clId="{0CDC771E-B0A7-4B5B-80E6-3257C3EB53EC}" dt="2025-11-12T14:30:49.883" v="1931" actId="6549"/>
          <ac:spMkLst>
            <pc:docMk/>
            <pc:sldMk cId="2322495447" sldId="141170254"/>
            <ac:spMk id="4" creationId="{30F2CAEC-E034-43C7-11D6-EAB4ADCE363E}"/>
          </ac:spMkLst>
        </pc:spChg>
      </pc:sldChg>
    </pc:docChg>
  </pc:docChgLst>
  <pc:docChgLst>
    <pc:chgData name="Sullivan, Stephen M CTR JS J6 (USA)" userId="09533073-ba80-4ec6-aa29-c3f724b8aa56" providerId="ADAL" clId="{268358F9-0F82-4F20-911B-7F9B86D92817}"/>
    <pc:docChg chg="custSel delSld modSld sldOrd">
      <pc:chgData name="Sullivan, Stephen M CTR JS J6 (USA)" userId="09533073-ba80-4ec6-aa29-c3f724b8aa56" providerId="ADAL" clId="{268358F9-0F82-4F20-911B-7F9B86D92817}" dt="2025-11-04T17:52:02.777" v="613" actId="20577"/>
      <pc:docMkLst>
        <pc:docMk/>
      </pc:docMkLst>
      <pc:sldChg chg="modSp mod modNotesTx">
        <pc:chgData name="Sullivan, Stephen M CTR JS J6 (USA)" userId="09533073-ba80-4ec6-aa29-c3f724b8aa56" providerId="ADAL" clId="{268358F9-0F82-4F20-911B-7F9B86D92817}" dt="2025-11-04T17:52:02.777" v="613" actId="20577"/>
        <pc:sldMkLst>
          <pc:docMk/>
          <pc:sldMk cId="0" sldId="261"/>
        </pc:sldMkLst>
        <pc:spChg chg="mod">
          <ac:chgData name="Sullivan, Stephen M CTR JS J6 (USA)" userId="09533073-ba80-4ec6-aa29-c3f724b8aa56" providerId="ADAL" clId="{268358F9-0F82-4F20-911B-7F9B86D92817}" dt="2025-11-04T17:52:02.777" v="613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ullivan, Stephen M CTR JS J6 (USA)" userId="09533073-ba80-4ec6-aa29-c3f724b8aa56" providerId="ADAL" clId="{268358F9-0F82-4F20-911B-7F9B86D92817}" dt="2025-11-04T15:41:01.023" v="306" actId="5793"/>
        <pc:sldMkLst>
          <pc:docMk/>
          <pc:sldMk cId="4221082181" sldId="262"/>
        </pc:sldMkLst>
        <pc:spChg chg="mod">
          <ac:chgData name="Sullivan, Stephen M CTR JS J6 (USA)" userId="09533073-ba80-4ec6-aa29-c3f724b8aa56" providerId="ADAL" clId="{268358F9-0F82-4F20-911B-7F9B86D92817}" dt="2025-11-04T15:41:01.023" v="306" actId="5793"/>
          <ac:spMkLst>
            <pc:docMk/>
            <pc:sldMk cId="4221082181" sldId="262"/>
            <ac:spMk id="7" creationId="{3E6C977F-E4BB-D5EE-2F18-735ABD7AA9D6}"/>
          </ac:spMkLst>
        </pc:spChg>
      </pc:sldChg>
      <pc:sldChg chg="addSp modSp mod">
        <pc:chgData name="Sullivan, Stephen M CTR JS J6 (USA)" userId="09533073-ba80-4ec6-aa29-c3f724b8aa56" providerId="ADAL" clId="{268358F9-0F82-4F20-911B-7F9B86D92817}" dt="2025-11-04T15:38:40.454" v="236" actId="1076"/>
        <pc:sldMkLst>
          <pc:docMk/>
          <pc:sldMk cId="0" sldId="264"/>
        </pc:sldMkLst>
        <pc:spChg chg="mod">
          <ac:chgData name="Sullivan, Stephen M CTR JS J6 (USA)" userId="09533073-ba80-4ec6-aa29-c3f724b8aa56" providerId="ADAL" clId="{268358F9-0F82-4F20-911B-7F9B86D92817}" dt="2025-11-04T15:25:30.229" v="83" actId="1076"/>
          <ac:spMkLst>
            <pc:docMk/>
            <pc:sldMk cId="0" sldId="264"/>
            <ac:spMk id="6" creationId="{00000000-0000-0000-0000-000000000000}"/>
          </ac:spMkLst>
        </pc:spChg>
        <pc:spChg chg="add mod">
          <ac:chgData name="Sullivan, Stephen M CTR JS J6 (USA)" userId="09533073-ba80-4ec6-aa29-c3f724b8aa56" providerId="ADAL" clId="{268358F9-0F82-4F20-911B-7F9B86D92817}" dt="2025-11-04T15:27:59.492" v="127" actId="20577"/>
          <ac:spMkLst>
            <pc:docMk/>
            <pc:sldMk cId="0" sldId="264"/>
            <ac:spMk id="7" creationId="{EF01DAEF-9B21-3375-DAC6-CB1D65C8F1CA}"/>
          </ac:spMkLst>
        </pc:spChg>
        <pc:spChg chg="mod">
          <ac:chgData name="Sullivan, Stephen M CTR JS J6 (USA)" userId="09533073-ba80-4ec6-aa29-c3f724b8aa56" providerId="ADAL" clId="{268358F9-0F82-4F20-911B-7F9B86D92817}" dt="2025-11-04T15:25:42.265" v="84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ullivan, Stephen M CTR JS J6 (USA)" userId="09533073-ba80-4ec6-aa29-c3f724b8aa56" providerId="ADAL" clId="{268358F9-0F82-4F20-911B-7F9B86D92817}" dt="2025-11-04T15:25:30.229" v="83" actId="1076"/>
          <ac:spMkLst>
            <pc:docMk/>
            <pc:sldMk cId="0" sldId="264"/>
            <ac:spMk id="14" creationId="{00000000-0000-0000-0000-000000000000}"/>
          </ac:spMkLst>
        </pc:spChg>
        <pc:picChg chg="mod">
          <ac:chgData name="Sullivan, Stephen M CTR JS J6 (USA)" userId="09533073-ba80-4ec6-aa29-c3f724b8aa56" providerId="ADAL" clId="{268358F9-0F82-4F20-911B-7F9B86D92817}" dt="2025-11-04T15:25:30.229" v="83" actId="1076"/>
          <ac:picMkLst>
            <pc:docMk/>
            <pc:sldMk cId="0" sldId="264"/>
            <ac:picMk id="4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25:30.229" v="83" actId="1076"/>
          <ac:picMkLst>
            <pc:docMk/>
            <pc:sldMk cId="0" sldId="264"/>
            <ac:picMk id="5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25:42.265" v="84" actId="1076"/>
          <ac:picMkLst>
            <pc:docMk/>
            <pc:sldMk cId="0" sldId="264"/>
            <ac:picMk id="12" creationId="{00000000-0000-0000-0000-000000000000}"/>
          </ac:picMkLst>
        </pc:picChg>
        <pc:picChg chg="add mod">
          <ac:chgData name="Sullivan, Stephen M CTR JS J6 (USA)" userId="09533073-ba80-4ec6-aa29-c3f724b8aa56" providerId="ADAL" clId="{268358F9-0F82-4F20-911B-7F9B86D92817}" dt="2025-11-04T15:38:40.454" v="236" actId="1076"/>
          <ac:picMkLst>
            <pc:docMk/>
            <pc:sldMk cId="0" sldId="264"/>
            <ac:picMk id="2050" creationId="{E6DDC19A-9E54-2C86-E222-94A266041123}"/>
          </ac:picMkLst>
        </pc:picChg>
      </pc:sldChg>
      <pc:sldChg chg="del ord">
        <pc:chgData name="Sullivan, Stephen M CTR JS J6 (USA)" userId="09533073-ba80-4ec6-aa29-c3f724b8aa56" providerId="ADAL" clId="{268358F9-0F82-4F20-911B-7F9B86D92817}" dt="2025-11-04T15:58:15.615" v="562" actId="2696"/>
        <pc:sldMkLst>
          <pc:docMk/>
          <pc:sldMk cId="0" sldId="267"/>
        </pc:sldMkLst>
      </pc:sldChg>
      <pc:sldChg chg="delSp mod">
        <pc:chgData name="Sullivan, Stephen M CTR JS J6 (USA)" userId="09533073-ba80-4ec6-aa29-c3f724b8aa56" providerId="ADAL" clId="{268358F9-0F82-4F20-911B-7F9B86D92817}" dt="2025-11-04T15:47:29.108" v="398" actId="478"/>
        <pc:sldMkLst>
          <pc:docMk/>
          <pc:sldMk cId="0" sldId="270"/>
        </pc:sldMkLst>
      </pc:sldChg>
      <pc:sldChg chg="modSp mod">
        <pc:chgData name="Sullivan, Stephen M CTR JS J6 (USA)" userId="09533073-ba80-4ec6-aa29-c3f724b8aa56" providerId="ADAL" clId="{268358F9-0F82-4F20-911B-7F9B86D92817}" dt="2025-11-04T15:47:38.827" v="400" actId="20577"/>
        <pc:sldMkLst>
          <pc:docMk/>
          <pc:sldMk cId="0" sldId="287"/>
        </pc:sldMkLst>
        <pc:spChg chg="mod">
          <ac:chgData name="Sullivan, Stephen M CTR JS J6 (USA)" userId="09533073-ba80-4ec6-aa29-c3f724b8aa56" providerId="ADAL" clId="{268358F9-0F82-4F20-911B-7F9B86D92817}" dt="2025-11-04T15:47:38.827" v="400" actId="20577"/>
          <ac:spMkLst>
            <pc:docMk/>
            <pc:sldMk cId="0" sldId="287"/>
            <ac:spMk id="2" creationId="{00000000-0000-0000-0000-000000000000}"/>
          </ac:spMkLst>
        </pc:spChg>
      </pc:sldChg>
      <pc:sldChg chg="del">
        <pc:chgData name="Sullivan, Stephen M CTR JS J6 (USA)" userId="09533073-ba80-4ec6-aa29-c3f724b8aa56" providerId="ADAL" clId="{268358F9-0F82-4F20-911B-7F9B86D92817}" dt="2025-11-04T15:49:29.456" v="455" actId="47"/>
        <pc:sldMkLst>
          <pc:docMk/>
          <pc:sldMk cId="0" sldId="288"/>
        </pc:sldMkLst>
      </pc:sldChg>
      <pc:sldChg chg="addSp modSp mod">
        <pc:chgData name="Sullivan, Stephen M CTR JS J6 (USA)" userId="09533073-ba80-4ec6-aa29-c3f724b8aa56" providerId="ADAL" clId="{268358F9-0F82-4F20-911B-7F9B86D92817}" dt="2025-11-04T15:49:12.217" v="454" actId="207"/>
        <pc:sldMkLst>
          <pc:docMk/>
          <pc:sldMk cId="0" sldId="290"/>
        </pc:sldMkLst>
        <pc:spChg chg="add mod">
          <ac:chgData name="Sullivan, Stephen M CTR JS J6 (USA)" userId="09533073-ba80-4ec6-aa29-c3f724b8aa56" providerId="ADAL" clId="{268358F9-0F82-4F20-911B-7F9B86D92817}" dt="2025-11-04T15:49:12.217" v="454" actId="207"/>
          <ac:spMkLst>
            <pc:docMk/>
            <pc:sldMk cId="0" sldId="290"/>
            <ac:spMk id="2" creationId="{2DD7D7C8-4121-6463-5D52-46D42DB73099}"/>
          </ac:spMkLst>
        </pc:spChg>
      </pc:sldChg>
      <pc:sldChg chg="delSp modSp mod">
        <pc:chgData name="Sullivan, Stephen M CTR JS J6 (USA)" userId="09533073-ba80-4ec6-aa29-c3f724b8aa56" providerId="ADAL" clId="{268358F9-0F82-4F20-911B-7F9B86D92817}" dt="2025-11-04T15:55:25.379" v="551" actId="6549"/>
        <pc:sldMkLst>
          <pc:docMk/>
          <pc:sldMk cId="0" sldId="292"/>
        </pc:sldMkLst>
        <pc:spChg chg="mod">
          <ac:chgData name="Sullivan, Stephen M CTR JS J6 (USA)" userId="09533073-ba80-4ec6-aa29-c3f724b8aa56" providerId="ADAL" clId="{268358F9-0F82-4F20-911B-7F9B86D92817}" dt="2025-11-04T15:54:12.221" v="516" actId="20577"/>
          <ac:spMkLst>
            <pc:docMk/>
            <pc:sldMk cId="0" sldId="292"/>
            <ac:spMk id="2" creationId="{00000000-0000-0000-0000-000000000000}"/>
          </ac:spMkLst>
        </pc:spChg>
        <pc:spChg chg="mod">
          <ac:chgData name="Sullivan, Stephen M CTR JS J6 (USA)" userId="09533073-ba80-4ec6-aa29-c3f724b8aa56" providerId="ADAL" clId="{268358F9-0F82-4F20-911B-7F9B86D92817}" dt="2025-11-04T15:54:48.018" v="550" actId="20577"/>
          <ac:spMkLst>
            <pc:docMk/>
            <pc:sldMk cId="0" sldId="292"/>
            <ac:spMk id="6" creationId="{00000000-0000-0000-0000-000000000000}"/>
          </ac:spMkLst>
        </pc:spChg>
        <pc:spChg chg="mod">
          <ac:chgData name="Sullivan, Stephen M CTR JS J6 (USA)" userId="09533073-ba80-4ec6-aa29-c3f724b8aa56" providerId="ADAL" clId="{268358F9-0F82-4F20-911B-7F9B86D92817}" dt="2025-11-04T15:55:25.379" v="551" actId="6549"/>
          <ac:spMkLst>
            <pc:docMk/>
            <pc:sldMk cId="0" sldId="292"/>
            <ac:spMk id="7" creationId="{00000000-0000-0000-0000-000000000000}"/>
          </ac:spMkLst>
        </pc:spChg>
      </pc:sldChg>
      <pc:sldChg chg="modSp mod">
        <pc:chgData name="Sullivan, Stephen M CTR JS J6 (USA)" userId="09533073-ba80-4ec6-aa29-c3f724b8aa56" providerId="ADAL" clId="{268358F9-0F82-4F20-911B-7F9B86D92817}" dt="2025-11-04T15:56:03.768" v="559" actId="20577"/>
        <pc:sldMkLst>
          <pc:docMk/>
          <pc:sldMk cId="0" sldId="294"/>
        </pc:sldMkLst>
        <pc:spChg chg="mod">
          <ac:chgData name="Sullivan, Stephen M CTR JS J6 (USA)" userId="09533073-ba80-4ec6-aa29-c3f724b8aa56" providerId="ADAL" clId="{268358F9-0F82-4F20-911B-7F9B86D92817}" dt="2025-11-04T15:56:03.768" v="559" actId="20577"/>
          <ac:spMkLst>
            <pc:docMk/>
            <pc:sldMk cId="0" sldId="294"/>
            <ac:spMk id="4" creationId="{00000000-0000-0000-0000-000000000000}"/>
          </ac:spMkLst>
        </pc:spChg>
      </pc:sldChg>
      <pc:sldChg chg="del">
        <pc:chgData name="Sullivan, Stephen M CTR JS J6 (USA)" userId="09533073-ba80-4ec6-aa29-c3f724b8aa56" providerId="ADAL" clId="{268358F9-0F82-4F20-911B-7F9B86D92817}" dt="2025-11-04T15:49:39.797" v="456" actId="47"/>
        <pc:sldMkLst>
          <pc:docMk/>
          <pc:sldMk cId="3626162868" sldId="141170210"/>
        </pc:sldMkLst>
      </pc:sldChg>
      <pc:sldChg chg="delSp modSp mod">
        <pc:chgData name="Sullivan, Stephen M CTR JS J6 (USA)" userId="09533073-ba80-4ec6-aa29-c3f724b8aa56" providerId="ADAL" clId="{268358F9-0F82-4F20-911B-7F9B86D92817}" dt="2025-11-04T15:51:33.921" v="468" actId="1076"/>
        <pc:sldMkLst>
          <pc:docMk/>
          <pc:sldMk cId="1373880188" sldId="141170238"/>
        </pc:sldMkLst>
        <pc:spChg chg="mod">
          <ac:chgData name="Sullivan, Stephen M CTR JS J6 (USA)" userId="09533073-ba80-4ec6-aa29-c3f724b8aa56" providerId="ADAL" clId="{268358F9-0F82-4F20-911B-7F9B86D92817}" dt="2025-11-04T15:50:44.312" v="464" actId="1076"/>
          <ac:spMkLst>
            <pc:docMk/>
            <pc:sldMk cId="1373880188" sldId="141170238"/>
            <ac:spMk id="5" creationId="{57809D93-838E-A4DD-F9A9-C1C1207B10A3}"/>
          </ac:spMkLst>
        </pc:spChg>
        <pc:spChg chg="mod">
          <ac:chgData name="Sullivan, Stephen M CTR JS J6 (USA)" userId="09533073-ba80-4ec6-aa29-c3f724b8aa56" providerId="ADAL" clId="{268358F9-0F82-4F20-911B-7F9B86D92817}" dt="2025-11-04T15:49:50.927" v="457" actId="20577"/>
          <ac:spMkLst>
            <pc:docMk/>
            <pc:sldMk cId="1373880188" sldId="141170238"/>
            <ac:spMk id="10" creationId="{00000000-0000-0000-0000-000000000000}"/>
          </ac:spMkLst>
        </pc:spChg>
        <pc:spChg chg="mod">
          <ac:chgData name="Sullivan, Stephen M CTR JS J6 (USA)" userId="09533073-ba80-4ec6-aa29-c3f724b8aa56" providerId="ADAL" clId="{268358F9-0F82-4F20-911B-7F9B86D92817}" dt="2025-11-04T15:50:08.077" v="459" actId="1076"/>
          <ac:spMkLst>
            <pc:docMk/>
            <pc:sldMk cId="1373880188" sldId="141170238"/>
            <ac:spMk id="29" creationId="{00000000-0000-0000-0000-000000000000}"/>
          </ac:spMkLst>
        </pc:spChg>
        <pc:spChg chg="mod">
          <ac:chgData name="Sullivan, Stephen M CTR JS J6 (USA)" userId="09533073-ba80-4ec6-aa29-c3f724b8aa56" providerId="ADAL" clId="{268358F9-0F82-4F20-911B-7F9B86D92817}" dt="2025-11-04T15:50:19.370" v="460" actId="1076"/>
          <ac:spMkLst>
            <pc:docMk/>
            <pc:sldMk cId="1373880188" sldId="141170238"/>
            <ac:spMk id="30" creationId="{00000000-0000-0000-0000-000000000000}"/>
          </ac:spMkLst>
        </pc:spChg>
        <pc:picChg chg="mod">
          <ac:chgData name="Sullivan, Stephen M CTR JS J6 (USA)" userId="09533073-ba80-4ec6-aa29-c3f724b8aa56" providerId="ADAL" clId="{268358F9-0F82-4F20-911B-7F9B86D92817}" dt="2025-11-04T15:50:37.963" v="463" actId="1076"/>
          <ac:picMkLst>
            <pc:docMk/>
            <pc:sldMk cId="1373880188" sldId="141170238"/>
            <ac:picMk id="2" creationId="{EB472FD6-A5AD-6DC6-1CC0-46B7014A3946}"/>
          </ac:picMkLst>
        </pc:picChg>
        <pc:picChg chg="mod">
          <ac:chgData name="Sullivan, Stephen M CTR JS J6 (USA)" userId="09533073-ba80-4ec6-aa29-c3f724b8aa56" providerId="ADAL" clId="{268358F9-0F82-4F20-911B-7F9B86D92817}" dt="2025-11-04T15:51:33.921" v="468" actId="1076"/>
          <ac:picMkLst>
            <pc:docMk/>
            <pc:sldMk cId="1373880188" sldId="141170238"/>
            <ac:picMk id="21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50:25.075" v="461" actId="1076"/>
          <ac:picMkLst>
            <pc:docMk/>
            <pc:sldMk cId="1373880188" sldId="141170238"/>
            <ac:picMk id="24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50:50.432" v="465" actId="1076"/>
          <ac:picMkLst>
            <pc:docMk/>
            <pc:sldMk cId="1373880188" sldId="141170238"/>
            <ac:picMk id="26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50:19.370" v="460" actId="1076"/>
          <ac:picMkLst>
            <pc:docMk/>
            <pc:sldMk cId="1373880188" sldId="141170238"/>
            <ac:picMk id="27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50:33.840" v="462" actId="1076"/>
          <ac:picMkLst>
            <pc:docMk/>
            <pc:sldMk cId="1373880188" sldId="141170238"/>
            <ac:picMk id="34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50:08.077" v="459" actId="1076"/>
          <ac:picMkLst>
            <pc:docMk/>
            <pc:sldMk cId="1373880188" sldId="141170238"/>
            <ac:picMk id="39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51:27.597" v="467" actId="1076"/>
          <ac:picMkLst>
            <pc:docMk/>
            <pc:sldMk cId="1373880188" sldId="141170238"/>
            <ac:picMk id="45" creationId="{851A315E-0470-5954-BDCD-31F77F34F2A8}"/>
          </ac:picMkLst>
        </pc:picChg>
        <pc:picChg chg="mod">
          <ac:chgData name="Sullivan, Stephen M CTR JS J6 (USA)" userId="09533073-ba80-4ec6-aa29-c3f724b8aa56" providerId="ADAL" clId="{268358F9-0F82-4F20-911B-7F9B86D92817}" dt="2025-11-04T15:51:01.718" v="466" actId="1076"/>
          <ac:picMkLst>
            <pc:docMk/>
            <pc:sldMk cId="1373880188" sldId="141170238"/>
            <ac:picMk id="1026" creationId="{BED9D55B-6BCC-4B9F-F1C9-AEF9DF470A6B}"/>
          </ac:picMkLst>
        </pc:picChg>
      </pc:sldChg>
      <pc:sldChg chg="addSp delSp modSp mod">
        <pc:chgData name="Sullivan, Stephen M CTR JS J6 (USA)" userId="09533073-ba80-4ec6-aa29-c3f724b8aa56" providerId="ADAL" clId="{268358F9-0F82-4F20-911B-7F9B86D92817}" dt="2025-11-04T15:37:54.648" v="233" actId="20577"/>
        <pc:sldMkLst>
          <pc:docMk/>
          <pc:sldMk cId="0" sldId="141170243"/>
        </pc:sldMkLst>
        <pc:spChg chg="mod">
          <ac:chgData name="Sullivan, Stephen M CTR JS J6 (USA)" userId="09533073-ba80-4ec6-aa29-c3f724b8aa56" providerId="ADAL" clId="{268358F9-0F82-4F20-911B-7F9B86D92817}" dt="2025-11-04T15:31:43.913" v="144" actId="1076"/>
          <ac:spMkLst>
            <pc:docMk/>
            <pc:sldMk cId="0" sldId="141170243"/>
            <ac:spMk id="4" creationId="{00000000-0000-0000-0000-000000000000}"/>
          </ac:spMkLst>
        </pc:spChg>
        <pc:spChg chg="add mod">
          <ac:chgData name="Sullivan, Stephen M CTR JS J6 (USA)" userId="09533073-ba80-4ec6-aa29-c3f724b8aa56" providerId="ADAL" clId="{268358F9-0F82-4F20-911B-7F9B86D92817}" dt="2025-11-04T15:37:54.648" v="233" actId="20577"/>
          <ac:spMkLst>
            <pc:docMk/>
            <pc:sldMk cId="0" sldId="141170243"/>
            <ac:spMk id="5" creationId="{43044432-EE3D-DBCA-03A3-176F316B6126}"/>
          </ac:spMkLst>
        </pc:spChg>
        <pc:spChg chg="mod">
          <ac:chgData name="Sullivan, Stephen M CTR JS J6 (USA)" userId="09533073-ba80-4ec6-aa29-c3f724b8aa56" providerId="ADAL" clId="{268358F9-0F82-4F20-911B-7F9B86D92817}" dt="2025-11-04T15:31:31.856" v="143" actId="1076"/>
          <ac:spMkLst>
            <pc:docMk/>
            <pc:sldMk cId="0" sldId="141170243"/>
            <ac:spMk id="7" creationId="{8B4E20BF-29CD-EF46-FF85-A08A21843E18}"/>
          </ac:spMkLst>
        </pc:spChg>
        <pc:spChg chg="mod">
          <ac:chgData name="Sullivan, Stephen M CTR JS J6 (USA)" userId="09533073-ba80-4ec6-aa29-c3f724b8aa56" providerId="ADAL" clId="{268358F9-0F82-4F20-911B-7F9B86D92817}" dt="2025-11-04T15:31:55.351" v="145" actId="1076"/>
          <ac:spMkLst>
            <pc:docMk/>
            <pc:sldMk cId="0" sldId="141170243"/>
            <ac:spMk id="9" creationId="{259230E3-2515-31F5-A2D7-A505A274F5A6}"/>
          </ac:spMkLst>
        </pc:spChg>
        <pc:spChg chg="mod">
          <ac:chgData name="Sullivan, Stephen M CTR JS J6 (USA)" userId="09533073-ba80-4ec6-aa29-c3f724b8aa56" providerId="ADAL" clId="{268358F9-0F82-4F20-911B-7F9B86D92817}" dt="2025-11-04T15:31:24.584" v="142" actId="1076"/>
          <ac:spMkLst>
            <pc:docMk/>
            <pc:sldMk cId="0" sldId="141170243"/>
            <ac:spMk id="13" creationId="{00000000-0000-0000-0000-000000000000}"/>
          </ac:spMkLst>
        </pc:spChg>
        <pc:spChg chg="mod">
          <ac:chgData name="Sullivan, Stephen M CTR JS J6 (USA)" userId="09533073-ba80-4ec6-aa29-c3f724b8aa56" providerId="ADAL" clId="{268358F9-0F82-4F20-911B-7F9B86D92817}" dt="2025-11-04T15:32:19.817" v="147" actId="1076"/>
          <ac:spMkLst>
            <pc:docMk/>
            <pc:sldMk cId="0" sldId="141170243"/>
            <ac:spMk id="15" creationId="{00000000-0000-0000-0000-000000000000}"/>
          </ac:spMkLst>
        </pc:spChg>
        <pc:spChg chg="mod">
          <ac:chgData name="Sullivan, Stephen M CTR JS J6 (USA)" userId="09533073-ba80-4ec6-aa29-c3f724b8aa56" providerId="ADAL" clId="{268358F9-0F82-4F20-911B-7F9B86D92817}" dt="2025-11-04T15:32:27.429" v="148" actId="1076"/>
          <ac:spMkLst>
            <pc:docMk/>
            <pc:sldMk cId="0" sldId="141170243"/>
            <ac:spMk id="22" creationId="{00000000-0000-0000-0000-000000000000}"/>
          </ac:spMkLst>
        </pc:spChg>
        <pc:spChg chg="mod">
          <ac:chgData name="Sullivan, Stephen M CTR JS J6 (USA)" userId="09533073-ba80-4ec6-aa29-c3f724b8aa56" providerId="ADAL" clId="{268358F9-0F82-4F20-911B-7F9B86D92817}" dt="2025-11-04T15:32:38.239" v="149" actId="1076"/>
          <ac:spMkLst>
            <pc:docMk/>
            <pc:sldMk cId="0" sldId="141170243"/>
            <ac:spMk id="26" creationId="{B9DBD4A2-CC34-AFAF-1ADC-4C03C18DADE2}"/>
          </ac:spMkLst>
        </pc:spChg>
        <pc:picChg chg="add mod">
          <ac:chgData name="Sullivan, Stephen M CTR JS J6 (USA)" userId="09533073-ba80-4ec6-aa29-c3f724b8aa56" providerId="ADAL" clId="{268358F9-0F82-4F20-911B-7F9B86D92817}" dt="2025-11-04T15:36:07.581" v="154" actId="1076"/>
          <ac:picMkLst>
            <pc:docMk/>
            <pc:sldMk cId="0" sldId="141170243"/>
            <ac:picMk id="3" creationId="{88335CA3-095B-2C88-CFFA-14C05D150A8D}"/>
          </ac:picMkLst>
        </pc:picChg>
        <pc:picChg chg="mod">
          <ac:chgData name="Sullivan, Stephen M CTR JS J6 (USA)" userId="09533073-ba80-4ec6-aa29-c3f724b8aa56" providerId="ADAL" clId="{268358F9-0F82-4F20-911B-7F9B86D92817}" dt="2025-11-04T15:31:31.856" v="143" actId="1076"/>
          <ac:picMkLst>
            <pc:docMk/>
            <pc:sldMk cId="0" sldId="141170243"/>
            <ac:picMk id="6" creationId="{AF500335-9E1D-FCC2-2668-BAA216647DC5}"/>
          </ac:picMkLst>
        </pc:picChg>
        <pc:picChg chg="mod">
          <ac:chgData name="Sullivan, Stephen M CTR JS J6 (USA)" userId="09533073-ba80-4ec6-aa29-c3f724b8aa56" providerId="ADAL" clId="{268358F9-0F82-4F20-911B-7F9B86D92817}" dt="2025-11-04T15:31:55.351" v="145" actId="1076"/>
          <ac:picMkLst>
            <pc:docMk/>
            <pc:sldMk cId="0" sldId="141170243"/>
            <ac:picMk id="8" creationId="{16B02F69-6BAE-5B2D-15EA-E819D28DBDCC}"/>
          </ac:picMkLst>
        </pc:picChg>
        <pc:picChg chg="mod">
          <ac:chgData name="Sullivan, Stephen M CTR JS J6 (USA)" userId="09533073-ba80-4ec6-aa29-c3f724b8aa56" providerId="ADAL" clId="{268358F9-0F82-4F20-911B-7F9B86D92817}" dt="2025-11-04T15:31:43.913" v="144" actId="1076"/>
          <ac:picMkLst>
            <pc:docMk/>
            <pc:sldMk cId="0" sldId="141170243"/>
            <ac:picMk id="10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31:24.584" v="142" actId="1076"/>
          <ac:picMkLst>
            <pc:docMk/>
            <pc:sldMk cId="0" sldId="141170243"/>
            <ac:picMk id="14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32:19.817" v="147" actId="1076"/>
          <ac:picMkLst>
            <pc:docMk/>
            <pc:sldMk cId="0" sldId="141170243"/>
            <ac:picMk id="16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32:27.429" v="148" actId="1076"/>
          <ac:picMkLst>
            <pc:docMk/>
            <pc:sldMk cId="0" sldId="141170243"/>
            <ac:picMk id="21" creationId="{00000000-0000-0000-0000-000000000000}"/>
          </ac:picMkLst>
        </pc:picChg>
        <pc:picChg chg="mod">
          <ac:chgData name="Sullivan, Stephen M CTR JS J6 (USA)" userId="09533073-ba80-4ec6-aa29-c3f724b8aa56" providerId="ADAL" clId="{268358F9-0F82-4F20-911B-7F9B86D92817}" dt="2025-11-04T15:32:38.239" v="149" actId="1076"/>
          <ac:picMkLst>
            <pc:docMk/>
            <pc:sldMk cId="0" sldId="141170243"/>
            <ac:picMk id="25" creationId="{246AFCA7-A6DF-02BA-CD96-93CC1A0044EC}"/>
          </ac:picMkLst>
        </pc:picChg>
      </pc:sldChg>
      <pc:sldChg chg="modSp mod">
        <pc:chgData name="Sullivan, Stephen M CTR JS J6 (USA)" userId="09533073-ba80-4ec6-aa29-c3f724b8aa56" providerId="ADAL" clId="{268358F9-0F82-4F20-911B-7F9B86D92817}" dt="2025-11-04T15:43:17.068" v="397" actId="313"/>
        <pc:sldMkLst>
          <pc:docMk/>
          <pc:sldMk cId="0" sldId="141170247"/>
        </pc:sldMkLst>
        <pc:spChg chg="mod">
          <ac:chgData name="Sullivan, Stephen M CTR JS J6 (USA)" userId="09533073-ba80-4ec6-aa29-c3f724b8aa56" providerId="ADAL" clId="{268358F9-0F82-4F20-911B-7F9B86D92817}" dt="2025-11-04T15:29:27.150" v="141" actId="6549"/>
          <ac:spMkLst>
            <pc:docMk/>
            <pc:sldMk cId="0" sldId="141170247"/>
            <ac:spMk id="2" creationId="{00000000-0000-0000-0000-000000000000}"/>
          </ac:spMkLst>
        </pc:spChg>
        <pc:spChg chg="mod">
          <ac:chgData name="Sullivan, Stephen M CTR JS J6 (USA)" userId="09533073-ba80-4ec6-aa29-c3f724b8aa56" providerId="ADAL" clId="{268358F9-0F82-4F20-911B-7F9B86D92817}" dt="2025-11-04T15:41:42.425" v="308" actId="20577"/>
          <ac:spMkLst>
            <pc:docMk/>
            <pc:sldMk cId="0" sldId="141170247"/>
            <ac:spMk id="3" creationId="{00000000-0000-0000-0000-000000000000}"/>
          </ac:spMkLst>
        </pc:spChg>
        <pc:spChg chg="mod">
          <ac:chgData name="Sullivan, Stephen M CTR JS J6 (USA)" userId="09533073-ba80-4ec6-aa29-c3f724b8aa56" providerId="ADAL" clId="{268358F9-0F82-4F20-911B-7F9B86D92817}" dt="2025-11-04T15:43:17.068" v="397" actId="313"/>
          <ac:spMkLst>
            <pc:docMk/>
            <pc:sldMk cId="0" sldId="141170247"/>
            <ac:spMk id="8" creationId="{8009D8AF-AB2D-2E3A-9FAA-51121A7AC166}"/>
          </ac:spMkLst>
        </pc:spChg>
      </pc:sldChg>
      <pc:sldChg chg="modSp mod">
        <pc:chgData name="Sullivan, Stephen M CTR JS J6 (USA)" userId="09533073-ba80-4ec6-aa29-c3f724b8aa56" providerId="ADAL" clId="{268358F9-0F82-4F20-911B-7F9B86D92817}" dt="2025-11-04T15:21:47.122" v="13" actId="20577"/>
        <pc:sldMkLst>
          <pc:docMk/>
          <pc:sldMk cId="1299972191" sldId="141170251"/>
        </pc:sldMkLst>
        <pc:spChg chg="mod">
          <ac:chgData name="Sullivan, Stephen M CTR JS J6 (USA)" userId="09533073-ba80-4ec6-aa29-c3f724b8aa56" providerId="ADAL" clId="{268358F9-0F82-4F20-911B-7F9B86D92817}" dt="2025-11-04T15:21:47.122" v="13" actId="20577"/>
          <ac:spMkLst>
            <pc:docMk/>
            <pc:sldMk cId="1299972191" sldId="141170251"/>
            <ac:spMk id="3" creationId="{2B64C703-678A-A7D7-3A09-D1FE6572E0FD}"/>
          </ac:spMkLst>
        </pc:spChg>
      </pc:sldChg>
    </pc:docChg>
  </pc:docChgLst>
  <pc:docChgLst>
    <pc:chgData name="Sullivan, Stephen M CTR JS J6 (USA)" userId="09533073-ba80-4ec6-aa29-c3f724b8aa56" providerId="ADAL" clId="{7295BB34-23F7-4D10-8810-3ACED8846DA0}"/>
    <pc:docChg chg="modSld">
      <pc:chgData name="Sullivan, Stephen M CTR JS J6 (USA)" userId="09533073-ba80-4ec6-aa29-c3f724b8aa56" providerId="ADAL" clId="{7295BB34-23F7-4D10-8810-3ACED8846DA0}" dt="2025-08-28T18:54:51.193" v="3" actId="6549"/>
      <pc:docMkLst>
        <pc:docMk/>
      </pc:docMkLst>
      <pc:sldChg chg="modSp mod">
        <pc:chgData name="Sullivan, Stephen M CTR JS J6 (USA)" userId="09533073-ba80-4ec6-aa29-c3f724b8aa56" providerId="ADAL" clId="{7295BB34-23F7-4D10-8810-3ACED8846DA0}" dt="2025-08-28T18:54:51.193" v="3" actId="6549"/>
        <pc:sldMkLst>
          <pc:docMk/>
          <pc:sldMk cId="1211352653" sldId="141169993"/>
        </pc:sldMkLst>
        <pc:spChg chg="mod">
          <ac:chgData name="Sullivan, Stephen M CTR JS J6 (USA)" userId="09533073-ba80-4ec6-aa29-c3f724b8aa56" providerId="ADAL" clId="{7295BB34-23F7-4D10-8810-3ACED8846DA0}" dt="2025-08-28T18:54:51.193" v="3" actId="6549"/>
          <ac:spMkLst>
            <pc:docMk/>
            <pc:sldMk cId="1211352653" sldId="141169993"/>
            <ac:spMk id="3" creationId="{3020B39E-BB65-4005-B225-64A3C68D559D}"/>
          </ac:spMkLst>
        </pc:spChg>
      </pc:sldChg>
      <pc:sldChg chg="modSp mod">
        <pc:chgData name="Sullivan, Stephen M CTR JS J6 (USA)" userId="09533073-ba80-4ec6-aa29-c3f724b8aa56" providerId="ADAL" clId="{7295BB34-23F7-4D10-8810-3ACED8846DA0}" dt="2025-08-28T18:48:08.458" v="0" actId="20577"/>
        <pc:sldMkLst>
          <pc:docMk/>
          <pc:sldMk cId="1262787905" sldId="1411702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9F88-46F6-4CAD-BCA0-36AF1EA8147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AD24C-63E4-43F6-B7A2-9AED7BFA5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7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84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33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39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00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69900" lvl="1" indent="0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Voting Members</a:t>
            </a: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Jim Herbert - All Purpose Networks (APN)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Ms. Christina Bapst-Stump - Department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12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12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12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12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Mr. John Wandelt - Georgia</a:t>
            </a:r>
            <a:r>
              <a:rPr lang="en-US" sz="12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12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12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Paul Wormeli - Integrated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Institute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(IJIS)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Mr. Payton Lamb - Commonwealth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Virginia,</a:t>
            </a:r>
            <a:r>
              <a:rPr lang="en-US" sz="12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Governance</a:t>
            </a:r>
            <a:r>
              <a:rPr lang="en-US" sz="12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lang="en-US" sz="1200" spc="-114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Analytics (ODGA)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Ms. April Michell - Criminal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12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12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12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2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  <a:endParaRPr lang="en-US"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Mr. Tom Welch - National</a:t>
            </a:r>
            <a:r>
              <a:rPr lang="en-US" sz="12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12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12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2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2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2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2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469900" lvl="1" indent="0" algn="l" defTabSz="914400" rtl="0" eaLnBrk="1" latinLnBrk="0" hangingPunct="1">
              <a:lnSpc>
                <a:spcPct val="100000"/>
              </a:lnSpc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200" b="1" spc="-10" dirty="0">
                <a:solidFill>
                  <a:srgbClr val="454545"/>
                </a:solidFill>
                <a:latin typeface="Arial"/>
                <a:cs typeface="Arial"/>
              </a:rPr>
              <a:t>Expert Voting Members</a:t>
            </a:r>
            <a:endParaRPr lang="en-US" sz="1200" b="1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- Mr. Thomas Krul (National Defence Canada)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Jim Cabral</a:t>
            </a:r>
          </a:p>
          <a:p>
            <a:pPr marL="4699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None/>
              <a:tabLst>
                <a:tab pos="756285" algn="l"/>
              </a:tabLst>
            </a:pPr>
            <a:r>
              <a:rPr lang="en-U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PGB Expert Non-Voting Members(4)</a:t>
            </a: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NBAC TSC – Mr. Kamran Atri (A4Safe),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NTAC TSC – Mr. Brad Bolliger (EY)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Arial"/>
                <a:ea typeface="+mn-ea"/>
                <a:cs typeface="Arial"/>
              </a:rPr>
              <a:t>Dr. Scott Renner (MITRE)</a:t>
            </a:r>
          </a:p>
          <a:p>
            <a:pPr marL="756285" marR="0" lvl="1" indent="-2863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kern="1200" dirty="0">
              <a:solidFill>
                <a:schemeClr val="tx1"/>
              </a:solidFill>
              <a:latin typeface="Arial"/>
              <a:ea typeface="+mn-ea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endParaRPr lang="en-US" sz="1200" spc="-10" dirty="0">
              <a:solidFill>
                <a:srgbClr val="454545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25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64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AD24C-63E4-43F6-B7A2-9AED7BFA50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67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Chair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(Maker- Makers Name) makes a motion: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…………………………………………………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0" lang="en-US" sz="1200" b="1" i="0" u="sng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none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sz="1200" b="1" u="sng" dirty="0">
                <a:solidFill>
                  <a:schemeClr val="bg2">
                    <a:lumMod val="10000"/>
                  </a:schemeClr>
                </a:solidFill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“It is moved and seconded to adopt the motion.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dirty="0">
                <a:solidFill>
                  <a:srgbClr val="000000"/>
                </a:solidFill>
                <a:effectLst/>
                <a:latin typeface="Open Sans"/>
              </a:rPr>
              <a:t>3.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Open Sans"/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Are there objections?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If no objections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Without objection, approved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we entertain nominations, I open the floor for discussion.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Are their nominations for a new Chair (s)? / nominations recorded.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Conduct the Vote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897AF-D04E-4367-BADA-11FF3D514E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926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D9AF-344C-9BA3-E3F6-B21580D8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4E079-6A18-AB60-3EE7-ECF526C4F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906B9-7046-016C-549E-43F7B88BE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Chair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(Maker- Makers Name) makes a motion: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…………………………………………………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0" lang="en-US" sz="1200" b="1" i="0" u="sng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none" dirty="0">
                <a:solidFill>
                  <a:schemeClr val="bg2">
                    <a:lumMod val="10000"/>
                  </a:schemeClr>
                </a:solidFill>
              </a:rPr>
              <a:t>2. </a:t>
            </a:r>
            <a:r>
              <a:rPr lang="en-US" sz="1200" b="1" u="sng" dirty="0">
                <a:solidFill>
                  <a:schemeClr val="bg2">
                    <a:lumMod val="10000"/>
                  </a:schemeClr>
                </a:solidFill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“It is moved and seconded to adopt the motion.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u="none" dirty="0">
                <a:solidFill>
                  <a:srgbClr val="000000"/>
                </a:solidFill>
                <a:effectLst/>
                <a:latin typeface="Open Sans"/>
              </a:rPr>
              <a:t>3. </a:t>
            </a:r>
            <a:r>
              <a:rPr lang="en-US" b="1" i="0" u="sng" dirty="0">
                <a:solidFill>
                  <a:srgbClr val="000000"/>
                </a:solidFill>
                <a:effectLst/>
                <a:latin typeface="Open Sans"/>
              </a:rPr>
              <a:t>Chair: 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/>
              </a:rPr>
              <a:t>Are there objections?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If no objections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Without objection, approved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we entertain nominations, I open the floor for discussion.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Are their nominations for a new Chair (s)? / nominations recorded.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Conduct the Vote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Those in favor of adopting the motion to approve say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‘Aye.’ [pause] Those opposed, say ‘No.’”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11. 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Chair: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Announce the result.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1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BFA94-9F89-1BE4-F858-9A54BFFA6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8897AF-D04E-4367-BADA-11FF3D514E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867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641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DA21B6-DD30-824E-9484-61254458B3F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641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984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340" y="326593"/>
            <a:ext cx="422592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7256" y="1352804"/>
            <a:ext cx="5099685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E1C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26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76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6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134" y="2895600"/>
            <a:ext cx="8195733" cy="83820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255888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0C4BB1B-EDC4-483F-B0EA-E14D2B3E2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07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73326"/>
            <a:ext cx="10363200" cy="98107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94100"/>
            <a:ext cx="8534400" cy="495300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395B0B3-2BEF-4C03-8782-98158BE48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86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2800" baseline="0">
                <a:solidFill>
                  <a:srgbClr val="0042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D364-13F5-4F1F-B58D-A48376FBC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00150"/>
            <a:ext cx="11079192" cy="4777956"/>
          </a:xfrm>
        </p:spPr>
        <p:txBody>
          <a:bodyPr/>
          <a:lstStyle>
            <a:lvl1pPr>
              <a:defRPr sz="2400">
                <a:solidFill>
                  <a:srgbClr val="334052"/>
                </a:solidFill>
              </a:defRPr>
            </a:lvl1pPr>
            <a:lvl2pPr>
              <a:defRPr sz="2000">
                <a:solidFill>
                  <a:srgbClr val="334052"/>
                </a:solidFill>
              </a:defRPr>
            </a:lvl2pPr>
            <a:lvl3pPr>
              <a:defRPr sz="1800">
                <a:solidFill>
                  <a:srgbClr val="334052"/>
                </a:solidFill>
              </a:defRPr>
            </a:lvl3pPr>
            <a:lvl4pPr>
              <a:defRPr sz="1600">
                <a:solidFill>
                  <a:srgbClr val="334052"/>
                </a:solidFill>
              </a:defRPr>
            </a:lvl4pPr>
            <a:lvl5pPr>
              <a:defRPr sz="1600">
                <a:solidFill>
                  <a:srgbClr val="33405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5D95E17-6E53-47C4-A1F3-99941F15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79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0313"/>
            <a:ext cx="5384800" cy="3627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83EA3-C43A-408B-8A96-2BF3503C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028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17F37-EB3F-4912-8B16-22DE78163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53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25339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5D7F9B5-CC5A-4ABE-8117-CC023710B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79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400" b="1" cap="none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B061D5B3-FA26-4D91-B231-F26ED3693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202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2145652"/>
            <a:ext cx="10786533" cy="3709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B614A661-166B-4DF4-B43E-98FAF9246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46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748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66048"/>
            <a:ext cx="5386917" cy="29267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3472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1"/>
          </p:nvPr>
        </p:nvSpPr>
        <p:spPr>
          <a:xfrm>
            <a:off x="6400800" y="2174876"/>
            <a:ext cx="5029200" cy="3717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8E8FD-9C4B-40B0-8F9D-B59F0334C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67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472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8B8B8B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A25E52-AB28-456E-8D1B-CDBACE8EB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754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786533" cy="811358"/>
          </a:xfrm>
          <a:prstGeom prst="rect">
            <a:avLst/>
          </a:prstGeom>
        </p:spPr>
        <p:txBody>
          <a:bodyPr lIns="0" tIns="0" rIns="0" bIns="0" anchor="t" anchorCtr="0"/>
          <a:lstStyle>
            <a:lvl1pPr algn="ctr">
              <a:lnSpc>
                <a:spcPct val="80000"/>
              </a:lnSpc>
              <a:defRPr sz="3200" b="1" i="0" spc="-80">
                <a:solidFill>
                  <a:srgbClr val="00506F"/>
                </a:solidFill>
                <a:latin typeface="Tw Cen MT"/>
                <a:cs typeface="Tw Cen M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486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urs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804" y="1143001"/>
            <a:ext cx="10972800" cy="4983163"/>
          </a:xfrm>
        </p:spPr>
        <p:txBody>
          <a:bodyPr>
            <a:noAutofit/>
          </a:bodyPr>
          <a:lstStyle>
            <a:lvl1pPr eaLnBrk="1" hangingPunct="1">
              <a:buFont typeface="Wingdings" pitchFamily="2" charset="2"/>
              <a:buChar char="§"/>
              <a:defRPr/>
            </a:lvl1pPr>
            <a:lvl2pPr eaLnBrk="1" hangingPunct="1">
              <a:defRPr/>
            </a:lvl2pPr>
            <a:lvl3pPr eaLnBrk="1" hangingPunct="1"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152400"/>
            <a:ext cx="12192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F3B207E-3951-4EC5-8F67-4228386F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377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984" y="274638"/>
            <a:ext cx="10972800" cy="86836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lnSpc>
                <a:spcPts val="3200"/>
              </a:lnSpc>
              <a:defRPr lang="en-US" sz="28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11984" y="1275673"/>
            <a:ext cx="10972800" cy="4678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spcAft>
                <a:spcPts val="600"/>
              </a:spcAft>
              <a:defRPr lang="en-US" smtClean="0"/>
            </a:lvl1pPr>
            <a:lvl2pPr>
              <a:spcAft>
                <a:spcPts val="600"/>
              </a:spcAft>
              <a:defRPr lang="en-US" smtClean="0"/>
            </a:lvl2pPr>
            <a:lvl3pPr>
              <a:spcAft>
                <a:spcPts val="600"/>
              </a:spcAft>
              <a:defRPr lang="en-US" smtClean="0"/>
            </a:lvl3pPr>
            <a:lvl4pPr marL="1027113" indent="-280988">
              <a:buClr>
                <a:schemeClr val="tx2"/>
              </a:buClr>
              <a:defRPr lang="en-US" smtClean="0"/>
            </a:lvl4pPr>
            <a:lvl5pPr marL="1319213" indent="-228600">
              <a:buClr>
                <a:schemeClr val="tx2"/>
              </a:buClr>
              <a:buSzPct val="60000"/>
              <a:buFont typeface="Wingdings" pitchFamily="2" charset="2"/>
              <a:buChar char="q"/>
              <a:tabLst/>
              <a:defRPr lang="en-US" smtClean="0"/>
            </a:lvl5pPr>
            <a:lvl6pPr marL="1608138" indent="-228600">
              <a:buClr>
                <a:schemeClr val="tx2"/>
              </a:buClr>
              <a:buFont typeface="Helvetica LT Std" pitchFamily="34" charset="0"/>
              <a:buChar char="–"/>
              <a:tabLst/>
              <a:defRPr lang="en-US" smtClean="0"/>
            </a:lvl6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584D26D8-2F78-40FF-B773-6EE7921D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82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609600" y="1492250"/>
            <a:ext cx="109728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5DCA139-0762-4C4F-B386-FBEA85E50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8026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2"/>
          </p:nvPr>
        </p:nvSpPr>
        <p:spPr>
          <a:xfrm>
            <a:off x="609600" y="1491804"/>
            <a:ext cx="10786533" cy="43628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4428502-7FEB-4856-821A-092C45511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ctr">
              <a:defRPr sz="1200">
                <a:solidFill>
                  <a:srgbClr val="1F497D"/>
                </a:solidFill>
              </a:defRPr>
            </a:lvl1pPr>
          </a:lstStyle>
          <a:p>
            <a:fld id="{6E6030FC-FB78-5E4D-92EA-5D9433591EA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9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415600" y="101428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800"/>
              <a:buFont typeface="Open Sans"/>
              <a:buNone/>
              <a:defRPr sz="3600" b="1">
                <a:solidFill>
                  <a:srgbClr val="00428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415600" y="1826922"/>
            <a:ext cx="11360800" cy="415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lvl="1" indent="-47412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lvl="2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lvl="3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lvl="4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lvl="5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lvl="6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●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lvl="7" indent="-474121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34052"/>
              </a:buClr>
              <a:buSzPts val="2000"/>
              <a:buFont typeface="Open Sans"/>
              <a:buChar char="○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lvl="8" indent="-474121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334052"/>
              </a:buClr>
              <a:buSzPts val="2000"/>
              <a:buFont typeface="Open Sans"/>
              <a:buChar char="■"/>
              <a:defRPr>
                <a:solidFill>
                  <a:srgbClr val="33405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72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6E9DB-266A-DC4C-81FD-63DDDAA3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2D250-A199-4795-A090-B3EABC893B4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0FE17-69E8-9440-A7AF-AC1659ED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365760"/>
            <a:ext cx="11338560" cy="548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8D53F-9797-B141-B5E7-AB9CB133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7714" y="6400800"/>
            <a:ext cx="6676572" cy="18288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8645891-6D11-5C16-6282-CD626231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371600"/>
            <a:ext cx="1133856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2pPr>
              <a:lnSpc>
                <a:spcPts val="2000"/>
              </a:lnSpc>
              <a:defRPr sz="1800"/>
            </a:lvl2pPr>
            <a:lvl4pPr marL="914400" indent="-173038">
              <a:defRPr/>
            </a:lvl4pPr>
            <a:lvl5pPr marL="1033463" indent="-12382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832E369-52F0-D331-A851-630C3250AC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32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6053" y="6155818"/>
            <a:ext cx="2405373" cy="6682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3047" y="59817"/>
            <a:ext cx="10908842" cy="9685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951" y="1538451"/>
            <a:ext cx="5114290" cy="253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548ED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28309" y="6416252"/>
            <a:ext cx="259841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8" r:id="rId6"/>
    <p:sldLayoutId id="2147483687" r:id="rId7"/>
    <p:sldLayoutId id="214748368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8275"/>
            <a:ext cx="10972800" cy="811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99634"/>
            <a:ext cx="10972800" cy="3799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rgbClr val="1F497D"/>
                </a:solidFill>
              </a:rPr>
              <a:t>(#)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C4367302-18AD-44F9-B43A-24490776962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24084"/>
            <a:ext cx="2465408" cy="7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hdr="0" ftr="0" dt="0"/>
  <p:txStyles>
    <p:titleStyle>
      <a:lvl1pPr algn="l" defTabSz="457200" rtl="0" eaLnBrk="1" latinLnBrk="0" hangingPunct="1">
        <a:lnSpc>
          <a:spcPct val="80000"/>
        </a:lnSpc>
        <a:spcBef>
          <a:spcPct val="0"/>
        </a:spcBef>
        <a:buNone/>
        <a:defRPr sz="3200" b="1" kern="1200" cap="all">
          <a:solidFill>
            <a:srgbClr val="004383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3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/>
        </a:buClr>
        <a:buFont typeface="Arial"/>
        <a:buChar char="»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s06web.zoom.us/j/8016452879?pwd=a3hNN0dieVJPR1pZY2QwbHVXbFJTUT09&amp;omn=8590818089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niemopen/oasis-open-project/tree/main/pgb-meeting-minutes" TargetMode="External"/><Relationship Id="rId4" Type="http://schemas.openxmlformats.org/officeDocument/2006/relationships/hyperlink" Target="https://us06web.zoom.us/meetings/85908180890/invitations?signature=v7ueE3VX0wciFxK86TDOvU4-uHxhSlMjSZeynaKxCXo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openxmlformats.org/officeDocument/2006/relationships/image" Target="../media/image12.png"/><Relationship Id="rId4" Type="http://schemas.openxmlformats.org/officeDocument/2006/relationships/image" Target="../media/image6.jpg"/><Relationship Id="rId9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emopen/oasis-open-project/blob/main/pgb-meeting-minutes/2025/28-aug-25/(DRAFT)%20NIEMOpen%20PGB%20Meeting%20Minutes%2029%20Aug%20%202025%20v1%208-20-25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jpg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jpg"/><Relationship Id="rId21" Type="http://schemas.openxmlformats.org/officeDocument/2006/relationships/image" Target="../media/image45.png"/><Relationship Id="rId7" Type="http://schemas.openxmlformats.org/officeDocument/2006/relationships/image" Target="../media/image31.jpg"/><Relationship Id="rId12" Type="http://schemas.openxmlformats.org/officeDocument/2006/relationships/image" Target="../media/image36.jp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image" Target="../media/image26.jp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5" Type="http://schemas.openxmlformats.org/officeDocument/2006/relationships/image" Target="../media/image29.jp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jpg"/><Relationship Id="rId19" Type="http://schemas.openxmlformats.org/officeDocument/2006/relationships/image" Target="../media/image43.png"/><Relationship Id="rId4" Type="http://schemas.openxmlformats.org/officeDocument/2006/relationships/image" Target="../media/image28.jpg"/><Relationship Id="rId9" Type="http://schemas.openxmlformats.org/officeDocument/2006/relationships/image" Target="../media/image33.jp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64" y="1777084"/>
            <a:ext cx="11893071" cy="33038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406646" y="4141977"/>
            <a:ext cx="7256145" cy="249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69054" algn="ctr">
              <a:lnSpc>
                <a:spcPts val="5270"/>
              </a:lnSpc>
              <a:spcBef>
                <a:spcPts val="100"/>
              </a:spcBef>
              <a:tabLst>
                <a:tab pos="1372235" algn="l"/>
              </a:tabLst>
            </a:pPr>
            <a:r>
              <a:rPr sz="4400" b="1" spc="-25" dirty="0">
                <a:solidFill>
                  <a:srgbClr val="00516F"/>
                </a:solidFill>
                <a:latin typeface="Lucida Sans"/>
                <a:cs typeface="Lucida Sans"/>
              </a:rPr>
              <a:t>PGB</a:t>
            </a:r>
            <a:r>
              <a:rPr sz="4400" b="1" dirty="0">
                <a:solidFill>
                  <a:srgbClr val="00516F"/>
                </a:solidFill>
                <a:latin typeface="Lucida Sans"/>
                <a:cs typeface="Lucida Sans"/>
              </a:rPr>
              <a:t>	</a:t>
            </a:r>
            <a:r>
              <a:rPr sz="4400" b="1" spc="-210" dirty="0">
                <a:solidFill>
                  <a:srgbClr val="00516F"/>
                </a:solidFill>
                <a:latin typeface="Lucida Sans"/>
                <a:cs typeface="Lucida Sans"/>
              </a:rPr>
              <a:t>Session</a:t>
            </a:r>
            <a:endParaRPr sz="4400" dirty="0">
              <a:latin typeface="Lucida Sans"/>
              <a:cs typeface="Lucida Sans"/>
            </a:endParaRPr>
          </a:p>
          <a:p>
            <a:pPr marR="3867150" algn="ctr">
              <a:lnSpc>
                <a:spcPts val="2150"/>
              </a:lnSpc>
            </a:pPr>
            <a:r>
              <a:rPr lang="en-US" sz="1800" b="1" spc="-35" dirty="0">
                <a:solidFill>
                  <a:srgbClr val="8A8A8A"/>
                </a:solidFill>
                <a:latin typeface="Arial"/>
                <a:cs typeface="Arial"/>
              </a:rPr>
              <a:t>4 December</a:t>
            </a:r>
            <a:r>
              <a:rPr sz="1800" b="1" spc="-20" dirty="0">
                <a:solidFill>
                  <a:srgbClr val="8A8A8A"/>
                </a:solidFill>
                <a:latin typeface="Arial"/>
                <a:cs typeface="Arial"/>
              </a:rPr>
              <a:t> 2025</a:t>
            </a:r>
            <a:endParaRPr lang="en-US" sz="1800" b="1" spc="-20" dirty="0">
              <a:solidFill>
                <a:srgbClr val="8A8A8A"/>
              </a:solidFill>
              <a:latin typeface="Arial"/>
              <a:cs typeface="Arial"/>
            </a:endParaRPr>
          </a:p>
          <a:p>
            <a:pPr marR="3867150" algn="ctr">
              <a:lnSpc>
                <a:spcPts val="2150"/>
              </a:lnSpc>
            </a:pPr>
            <a:r>
              <a:rPr lang="en-US" b="1" spc="-20" dirty="0">
                <a:solidFill>
                  <a:srgbClr val="FF0000"/>
                </a:solidFill>
                <a:latin typeface="Arial"/>
                <a:cs typeface="Arial"/>
              </a:rPr>
              <a:t>(STRAWMAN)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800" dirty="0">
              <a:latin typeface="Arial"/>
              <a:cs typeface="Arial"/>
            </a:endParaRP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M</a:t>
            </a:r>
            <a:r>
              <a:rPr lang="en-US" sz="1800" dirty="0">
                <a:solidFill>
                  <a:srgbClr val="00516F"/>
                </a:solidFill>
                <a:latin typeface="Arial"/>
                <a:cs typeface="Arial"/>
              </a:rPr>
              <a:t>r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.</a:t>
            </a:r>
            <a:r>
              <a:rPr sz="1800" spc="-5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rgbClr val="00516F"/>
                </a:solidFill>
                <a:latin typeface="Arial"/>
                <a:cs typeface="Arial"/>
              </a:rPr>
              <a:t>Paul Wormeli</a:t>
            </a:r>
          </a:p>
          <a:p>
            <a:pPr marL="293941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NIEMOpen</a:t>
            </a:r>
            <a:r>
              <a:rPr sz="1800" spc="-5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Project</a:t>
            </a:r>
            <a:r>
              <a:rPr sz="1800" spc="-25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Governing</a:t>
            </a:r>
            <a:r>
              <a:rPr sz="1800" spc="-3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516F"/>
                </a:solidFill>
                <a:latin typeface="Arial"/>
                <a:cs typeface="Arial"/>
              </a:rPr>
              <a:t>Board</a:t>
            </a:r>
            <a:r>
              <a:rPr sz="1800" spc="-30" dirty="0">
                <a:solidFill>
                  <a:srgbClr val="00516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516F"/>
                </a:solidFill>
                <a:latin typeface="Arial"/>
                <a:cs typeface="Arial"/>
              </a:rPr>
              <a:t>Chair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4C703-678A-A7D7-3A09-D1FE6572E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0" y="1538451"/>
            <a:ext cx="9147049" cy="230832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secretary/notetaker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7 PGB Members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Cabral Expert Voting Member replacing Renner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Need Cathie Mayo financials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NBAC &amp; NTAC slides</a:t>
            </a:r>
          </a:p>
        </p:txBody>
      </p:sp>
    </p:spTree>
    <p:extLst>
      <p:ext uri="{BB962C8B-B14F-4D97-AF65-F5344CB8AC3E}">
        <p14:creationId xmlns:p14="http://schemas.microsoft.com/office/powerpoint/2010/main" val="1299972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4383"/>
                </a:solidFill>
              </a:rPr>
              <a:t>CALL</a:t>
            </a:r>
            <a:r>
              <a:rPr sz="3200" spc="-114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TO</a:t>
            </a:r>
            <a:r>
              <a:rPr sz="3200" spc="-55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ORDER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096761" y="640181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F487C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5007" y="1223898"/>
            <a:ext cx="97072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Char char="•"/>
              <a:tabLst>
                <a:tab pos="299085" algn="l"/>
              </a:tabLst>
            </a:pP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Called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28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order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28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regular</a:t>
            </a:r>
            <a:r>
              <a:rPr sz="28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virtual</a:t>
            </a:r>
            <a:r>
              <a:rPr sz="28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28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of</a:t>
            </a:r>
            <a:r>
              <a:rPr sz="28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E1C11"/>
                </a:solidFill>
                <a:latin typeface="Arial"/>
                <a:cs typeface="Arial"/>
              </a:rPr>
              <a:t>NIEMOpen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Project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Governing</a:t>
            </a:r>
            <a:r>
              <a:rPr sz="28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Board</a:t>
            </a:r>
            <a:r>
              <a:rPr sz="28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at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2</a:t>
            </a:r>
            <a:r>
              <a:rPr sz="28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E1C11"/>
                </a:solidFill>
                <a:latin typeface="Arial"/>
                <a:cs typeface="Arial"/>
              </a:rPr>
              <a:t>PM,</a:t>
            </a:r>
            <a:r>
              <a:rPr sz="2800" spc="-5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800" spc="-55" dirty="0">
                <a:solidFill>
                  <a:srgbClr val="1E1C11"/>
                </a:solidFill>
                <a:latin typeface="Arial"/>
                <a:cs typeface="Arial"/>
              </a:rPr>
              <a:t>4 December </a:t>
            </a:r>
            <a:r>
              <a:rPr sz="2800" spc="-10" dirty="0">
                <a:solidFill>
                  <a:srgbClr val="1E1C11"/>
                </a:solidFill>
                <a:latin typeface="Arial"/>
                <a:cs typeface="Arial"/>
              </a:rPr>
              <a:t>2025.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dirty="0"/>
              <a:t>MAKING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MOST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OUR</a:t>
            </a:r>
            <a:r>
              <a:rPr spc="-50" dirty="0"/>
              <a:t> </a:t>
            </a:r>
            <a:r>
              <a:rPr spc="-10" dirty="0"/>
              <a:t>SESSION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3164" y="794002"/>
            <a:ext cx="8915400" cy="60609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461357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11353"/>
            <a:ext cx="13785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75" dirty="0">
                <a:solidFill>
                  <a:srgbClr val="00516F"/>
                </a:solidFill>
              </a:rPr>
              <a:t>VENUE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609600" y="899160"/>
            <a:ext cx="5384800" cy="3627120"/>
          </a:xfrm>
          <a:custGeom>
            <a:avLst/>
            <a:gdLst/>
            <a:ahLst/>
            <a:cxnLst/>
            <a:rect l="l" t="t" r="r" b="b"/>
            <a:pathLst>
              <a:path w="5384800" h="3627120">
                <a:moveTo>
                  <a:pt x="0" y="3627120"/>
                </a:moveTo>
                <a:lnTo>
                  <a:pt x="5384292" y="3627120"/>
                </a:lnTo>
                <a:lnTo>
                  <a:pt x="5384292" y="0"/>
                </a:lnTo>
                <a:lnTo>
                  <a:pt x="0" y="0"/>
                </a:lnTo>
                <a:lnTo>
                  <a:pt x="0" y="3627120"/>
                </a:lnTo>
                <a:close/>
              </a:path>
            </a:pathLst>
          </a:custGeom>
          <a:ln w="9525">
            <a:solidFill>
              <a:srgbClr val="548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8951" y="674960"/>
            <a:ext cx="4816475" cy="2555187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269240" algn="ctr">
              <a:lnSpc>
                <a:spcPct val="100000"/>
              </a:lnSpc>
              <a:spcBef>
                <a:spcPts val="2045"/>
              </a:spcBef>
            </a:pPr>
            <a:r>
              <a:rPr sz="3000" dirty="0">
                <a:solidFill>
                  <a:srgbClr val="548ED4"/>
                </a:solidFill>
                <a:latin typeface="Arial"/>
                <a:cs typeface="Arial"/>
              </a:rPr>
              <a:t>PGB</a:t>
            </a:r>
            <a:r>
              <a:rPr sz="3000" spc="-6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548ED4"/>
                </a:solidFill>
                <a:latin typeface="Arial"/>
                <a:cs typeface="Arial"/>
              </a:rPr>
              <a:t>Meeting</a:t>
            </a:r>
            <a:endParaRPr sz="3000" dirty="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1810"/>
              </a:spcBef>
              <a:buClr>
                <a:srgbClr val="1F487C"/>
              </a:buClr>
              <a:buChar char="•"/>
              <a:tabLst>
                <a:tab pos="342265" algn="l"/>
              </a:tabLst>
            </a:pPr>
            <a:r>
              <a:rPr lang="en-US" sz="2800" spc="-50" dirty="0">
                <a:solidFill>
                  <a:srgbClr val="334052"/>
                </a:solidFill>
                <a:latin typeface="Arial"/>
                <a:cs typeface="Arial"/>
              </a:rPr>
              <a:t>4 December</a:t>
            </a:r>
            <a:r>
              <a:rPr sz="2800" spc="-4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4052"/>
                </a:solidFill>
                <a:latin typeface="Arial"/>
                <a:cs typeface="Arial"/>
              </a:rPr>
              <a:t>2025</a:t>
            </a:r>
            <a:endParaRPr sz="2800" dirty="0">
              <a:latin typeface="Arial"/>
              <a:cs typeface="Arial"/>
            </a:endParaRPr>
          </a:p>
          <a:p>
            <a:pPr marL="399415" indent="-399415">
              <a:lnSpc>
                <a:spcPct val="100000"/>
              </a:lnSpc>
              <a:spcBef>
                <a:spcPts val="1800"/>
              </a:spcBef>
              <a:buClr>
                <a:srgbClr val="1F487C"/>
              </a:buClr>
              <a:buChar char="•"/>
              <a:tabLst>
                <a:tab pos="399415" algn="l"/>
              </a:tabLst>
            </a:pP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Virtual</a:t>
            </a:r>
            <a:r>
              <a:rPr sz="28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Meeting</a:t>
            </a:r>
            <a:r>
              <a:rPr sz="28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4052"/>
                </a:solidFill>
                <a:latin typeface="Arial"/>
                <a:cs typeface="Arial"/>
              </a:rPr>
              <a:t>2-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4</a:t>
            </a:r>
            <a:r>
              <a:rPr sz="2800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4052"/>
                </a:solidFill>
                <a:latin typeface="Arial"/>
                <a:cs typeface="Arial"/>
              </a:rPr>
              <a:t>PM</a:t>
            </a:r>
            <a:r>
              <a:rPr sz="28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4052"/>
                </a:solidFill>
                <a:latin typeface="Arial"/>
                <a:cs typeface="Arial"/>
              </a:rPr>
              <a:t>EST</a:t>
            </a:r>
            <a:endParaRPr sz="2800" dirty="0">
              <a:latin typeface="Arial"/>
              <a:cs typeface="Arial"/>
            </a:endParaRPr>
          </a:p>
          <a:p>
            <a:pPr marL="400685">
              <a:lnSpc>
                <a:spcPct val="100000"/>
              </a:lnSpc>
              <a:spcBef>
                <a:spcPts val="1760"/>
              </a:spcBef>
              <a:tabLst>
                <a:tab pos="800100" algn="l"/>
              </a:tabLst>
            </a:pPr>
            <a:r>
              <a:rPr sz="1800" spc="-50" dirty="0">
                <a:solidFill>
                  <a:srgbClr val="1F487C"/>
                </a:solidFill>
                <a:latin typeface="Arial"/>
                <a:cs typeface="Arial"/>
              </a:rPr>
              <a:t>–</a:t>
            </a:r>
            <a:r>
              <a:rPr sz="1800" dirty="0">
                <a:solidFill>
                  <a:srgbClr val="1F487C"/>
                </a:solidFill>
                <a:latin typeface="Arial"/>
                <a:cs typeface="Arial"/>
              </a:rPr>
              <a:t>	</a:t>
            </a:r>
            <a:r>
              <a:rPr sz="1800" dirty="0">
                <a:solidFill>
                  <a:srgbClr val="454545"/>
                </a:solidFill>
                <a:latin typeface="Calibri"/>
                <a:cs typeface="Calibri"/>
              </a:rPr>
              <a:t>Virtual:</a:t>
            </a:r>
            <a:r>
              <a:rPr sz="1800" spc="-15" dirty="0">
                <a:solidFill>
                  <a:srgbClr val="454545"/>
                </a:solidFill>
                <a:latin typeface="Calibri"/>
                <a:cs typeface="Calibri"/>
              </a:rPr>
              <a:t> </a:t>
            </a:r>
            <a:r>
              <a:rPr lang="en-US" sz="1800" spc="-15" dirty="0">
                <a:solidFill>
                  <a:srgbClr val="FF0000"/>
                </a:solidFill>
                <a:latin typeface="Calibri"/>
                <a:cs typeface="Calibri"/>
              </a:rPr>
              <a:t>ZOOM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 rot="10800000" flipV="1">
            <a:off x="6400800" y="754051"/>
            <a:ext cx="5651826" cy="531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830" marR="142875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75" dirty="0">
                <a:solidFill>
                  <a:srgbClr val="548ED4"/>
                </a:solidFill>
                <a:latin typeface="Arial"/>
                <a:cs typeface="Arial"/>
              </a:rPr>
              <a:t>4 December</a:t>
            </a:r>
            <a:r>
              <a:rPr sz="2800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548ED4"/>
                </a:solidFill>
                <a:latin typeface="Arial"/>
                <a:cs typeface="Arial"/>
              </a:rPr>
              <a:t>2025</a:t>
            </a:r>
            <a:endParaRPr lang="en-US" sz="2800" spc="-20" dirty="0">
              <a:solidFill>
                <a:srgbClr val="548ED4"/>
              </a:solidFill>
              <a:latin typeface="Arial"/>
              <a:cs typeface="Arial"/>
            </a:endParaRPr>
          </a:p>
          <a:p>
            <a:pPr marL="290830" marR="142875" algn="ctr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48ED4"/>
                </a:solidFill>
                <a:latin typeface="Arial"/>
                <a:cs typeface="Arial"/>
              </a:rPr>
              <a:t>PGB</a:t>
            </a:r>
            <a:r>
              <a:rPr lang="en-US" sz="2800" dirty="0">
                <a:solidFill>
                  <a:srgbClr val="548ED4"/>
                </a:solidFill>
                <a:latin typeface="Arial"/>
                <a:cs typeface="Arial"/>
              </a:rPr>
              <a:t> Zoom</a:t>
            </a:r>
            <a:r>
              <a:rPr sz="280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548ED4"/>
                </a:solidFill>
                <a:latin typeface="Arial"/>
                <a:cs typeface="Arial"/>
              </a:rPr>
              <a:t>Meeting</a:t>
            </a:r>
            <a:endParaRPr sz="2800" dirty="0">
              <a:latin typeface="Arial"/>
              <a:cs typeface="Arial"/>
            </a:endParaRPr>
          </a:p>
          <a:p>
            <a:pPr marL="140970" algn="ctr">
              <a:lnSpc>
                <a:spcPct val="100000"/>
              </a:lnSpc>
              <a:spcBef>
                <a:spcPts val="5"/>
              </a:spcBef>
            </a:pPr>
            <a:endParaRPr lang="en-US" sz="1600" b="1" spc="-10" dirty="0">
              <a:solidFill>
                <a:srgbClr val="548ED4"/>
              </a:solidFill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Join Zoom Meeting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sng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  <a:hlinkClick r:id="rId3" tooltip="https://us06web.zoom.us/j/8016452879?pwd=a3hNN0dieVJPR1pZY2QwbHVXbFJTUT09&amp;omn=85908180890"/>
              </a:rPr>
              <a:t>https://us06web.zoom.us/j/8016452879?pwd=a3hNN0dieVJPR1pZY2QwbHVXbFJTUT09&amp;omn=85908180890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Meeting ID: 801 645 2879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Passcode: 676136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424242"/>
              </a:solidFill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One tap mobile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+13052241968,,8016452879#,,,,*676136# US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+13092053325,,8016452879#,,,,*676136# US</a:t>
            </a:r>
          </a:p>
          <a:p>
            <a:pPr algn="l"/>
            <a: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  <a:t>Join instructions</a:t>
            </a:r>
            <a:br>
              <a:rPr lang="en-US" sz="1600" b="0" i="0" dirty="0">
                <a:solidFill>
                  <a:srgbClr val="424242"/>
                </a:solidFill>
                <a:effectLst/>
                <a:latin typeface="Segoe UI" panose="020B0502040204020203" pitchFamily="34" charset="0"/>
              </a:rPr>
            </a:br>
            <a:r>
              <a:rPr lang="en-US" sz="1600" b="0" i="0" u="sng" dirty="0">
                <a:solidFill>
                  <a:srgbClr val="0000FF"/>
                </a:solidFill>
                <a:effectLst/>
                <a:latin typeface="Segoe UI" panose="020B0502040204020203" pitchFamily="34" charset="0"/>
                <a:hlinkClick r:id="rId4" tooltip="https://us06web.zoom.us/meetings/85908180890/invitations?signature=v7ueE3VX0wciFxK86TDOvU4-uHxhSlMjSZeynaKxCXo"/>
              </a:rPr>
              <a:t>https://us06web.zoom.us/meetings/85908180890/invitations?signature=v7ueE3VX0wciFxK86TDOvU4-uHxhSlMjSZeynaKxCXo</a:t>
            </a:r>
            <a:endParaRPr lang="en-US" sz="1600" b="0" i="0" dirty="0">
              <a:solidFill>
                <a:srgbClr val="424242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algn="l" fontAlgn="base"/>
            <a:endParaRPr sz="1600" dirty="0">
              <a:latin typeface="Calibri"/>
              <a:cs typeface="Calibri"/>
            </a:endParaRPr>
          </a:p>
          <a:p>
            <a:pPr marL="12700" marR="1139190">
              <a:lnSpc>
                <a:spcPct val="100000"/>
              </a:lnSpc>
            </a:pPr>
            <a:r>
              <a:rPr sz="1600" b="1" dirty="0">
                <a:solidFill>
                  <a:srgbClr val="1E1C11"/>
                </a:solidFill>
                <a:latin typeface="Arial"/>
                <a:cs typeface="Arial"/>
              </a:rPr>
              <a:t>PGB Minutes</a:t>
            </a:r>
            <a:r>
              <a:rPr sz="1600" b="1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documents</a:t>
            </a: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: </a:t>
            </a:r>
            <a:r>
              <a:rPr sz="1600" u="sng" spc="-10" dirty="0">
                <a:solidFill>
                  <a:srgbClr val="0085BA"/>
                </a:solidFill>
                <a:uFill>
                  <a:solidFill>
                    <a:srgbClr val="0085BA"/>
                  </a:solidFill>
                </a:uFill>
                <a:latin typeface="Arial"/>
                <a:cs typeface="Arial"/>
                <a:hlinkClick r:id="rId5"/>
              </a:rPr>
              <a:t>https://github.com/niemopen/oasis-open-</a:t>
            </a:r>
            <a:r>
              <a:rPr sz="1600" u="none" spc="-10" dirty="0">
                <a:solidFill>
                  <a:srgbClr val="0085BA"/>
                </a:solidFill>
                <a:latin typeface="Arial"/>
                <a:cs typeface="Arial"/>
              </a:rPr>
              <a:t> </a:t>
            </a:r>
            <a:r>
              <a:rPr sz="1600" u="sng" spc="-10" dirty="0">
                <a:solidFill>
                  <a:srgbClr val="0085BA"/>
                </a:solidFill>
                <a:uFill>
                  <a:solidFill>
                    <a:srgbClr val="0085BA"/>
                  </a:solidFill>
                </a:uFill>
                <a:latin typeface="Arial"/>
                <a:cs typeface="Arial"/>
                <a:hlinkClick r:id="rId5"/>
              </a:rPr>
              <a:t>project/tree/main/pgb-meeting-minutes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4762" y="-4762"/>
            <a:ext cx="12201525" cy="143510"/>
            <a:chOff x="-4762" y="-4762"/>
            <a:chExt cx="12201525" cy="14351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1905" cy="139065"/>
            </a:xfrm>
            <a:custGeom>
              <a:avLst/>
              <a:gdLst/>
              <a:ahLst/>
              <a:cxnLst/>
              <a:rect l="l" t="t" r="r" b="b"/>
              <a:pathLst>
                <a:path w="1905" h="139065">
                  <a:moveTo>
                    <a:pt x="0" y="138683"/>
                  </a:moveTo>
                  <a:lnTo>
                    <a:pt x="1524" y="13868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1905" cy="139065"/>
            </a:xfrm>
            <a:custGeom>
              <a:avLst/>
              <a:gdLst/>
              <a:ahLst/>
              <a:cxnLst/>
              <a:rect l="l" t="t" r="r" b="b"/>
              <a:pathLst>
                <a:path w="1905" h="139065">
                  <a:moveTo>
                    <a:pt x="0" y="138683"/>
                  </a:moveTo>
                  <a:lnTo>
                    <a:pt x="1524" y="138683"/>
                  </a:lnTo>
                  <a:lnTo>
                    <a:pt x="1524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12192000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2192000" y="1524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0"/>
              <a:ext cx="12192000" cy="15240"/>
            </a:xfrm>
            <a:custGeom>
              <a:avLst/>
              <a:gdLst/>
              <a:ahLst/>
              <a:cxnLst/>
              <a:rect l="l" t="t" r="r" b="b"/>
              <a:pathLst>
                <a:path w="12192000" h="15240">
                  <a:moveTo>
                    <a:pt x="0" y="15240"/>
                  </a:moveTo>
                  <a:lnTo>
                    <a:pt x="12192000" y="1524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5240"/>
                  </a:lnTo>
                  <a:close/>
                </a:path>
              </a:pathLst>
            </a:custGeom>
            <a:ln w="9525">
              <a:solidFill>
                <a:srgbClr val="8A8A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3508" y="413130"/>
            <a:ext cx="2305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NOTE</a:t>
            </a:r>
            <a:r>
              <a:rPr spc="-70" dirty="0"/>
              <a:t> </a:t>
            </a:r>
            <a:r>
              <a:rPr spc="-35" dirty="0"/>
              <a:t>TAKER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323E14-CE6D-3AE8-3244-24072B22596A}"/>
              </a:ext>
            </a:extLst>
          </p:cNvPr>
          <p:cNvSpPr txBox="1"/>
          <p:nvPr/>
        </p:nvSpPr>
        <p:spPr>
          <a:xfrm>
            <a:off x="381000" y="1524000"/>
            <a:ext cx="9538509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5570" marR="6208395">
              <a:spcBef>
                <a:spcPts val="770"/>
              </a:spcBef>
            </a:pP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Meeting</a:t>
            </a:r>
            <a:r>
              <a:rPr lang="en-US" sz="1800" u="sng" spc="-3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support,</a:t>
            </a:r>
            <a:r>
              <a:rPr lang="en-US" sz="1800" u="sng" spc="-3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note</a:t>
            </a:r>
            <a:r>
              <a:rPr lang="en-US" sz="1800" u="sng" spc="-25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lang="en-US" sz="1800" u="sng" spc="-10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takers:</a:t>
            </a:r>
            <a:endParaRPr lang="en-US" spc="-10" dirty="0">
              <a:solidFill>
                <a:srgbClr val="1E1C11"/>
              </a:solidFill>
              <a:uFill>
                <a:solidFill>
                  <a:srgbClr val="1E1C11"/>
                </a:solidFill>
              </a:uFill>
              <a:latin typeface="Arial"/>
              <a:cs typeface="Arial"/>
            </a:endParaRPr>
          </a:p>
          <a:p>
            <a:pPr marL="115570" marR="6208395">
              <a:spcBef>
                <a:spcPts val="770"/>
              </a:spcBef>
            </a:pPr>
            <a:r>
              <a:rPr lang="en-US" spc="-10" dirty="0">
                <a:solidFill>
                  <a:srgbClr val="1E1C11"/>
                </a:solidFill>
                <a:latin typeface="Arial"/>
                <a:cs typeface="Arial"/>
              </a:rPr>
              <a:t>Secretary’s Name</a:t>
            </a:r>
          </a:p>
          <a:p>
            <a:pPr marL="115570" marR="6208395">
              <a:spcBef>
                <a:spcPts val="770"/>
              </a:spcBef>
            </a:pPr>
            <a:r>
              <a:rPr lang="en-US" spc="-10" dirty="0">
                <a:solidFill>
                  <a:srgbClr val="1E1C11"/>
                </a:solidFill>
                <a:latin typeface="Arial"/>
                <a:cs typeface="Arial"/>
              </a:rPr>
              <a:t>Secretary’s Email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30E4D6-7874-2B49-C256-961884001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574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05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dirty="0"/>
              <a:t>ROLL</a:t>
            </a:r>
            <a:r>
              <a:rPr spc="-130" dirty="0"/>
              <a:t> </a:t>
            </a:r>
            <a:r>
              <a:rPr spc="-20" dirty="0"/>
              <a:t>CALL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838200"/>
            <a:ext cx="8538845" cy="41620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85" dirty="0">
                <a:solidFill>
                  <a:srgbClr val="334052"/>
                </a:solidFill>
                <a:latin typeface="Arial"/>
                <a:cs typeface="Arial"/>
              </a:rPr>
              <a:t> Sponsor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(7):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All Purpose Networks (APN)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Commonwealth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Virginia,</a:t>
            </a:r>
            <a:r>
              <a:rPr lang="en-US" sz="16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lang="en-US" sz="16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Governance</a:t>
            </a:r>
            <a:r>
              <a:rPr lang="en-US" sz="16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lang="en-US" sz="1600" spc="-114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Analytics (ODGA)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Criminal</a:t>
            </a:r>
            <a:r>
              <a:rPr lang="en-US" sz="16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Division</a:t>
            </a:r>
            <a:r>
              <a:rPr lang="en-US" sz="1600" spc="-7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(CJISD),</a:t>
            </a:r>
            <a:r>
              <a:rPr lang="en-US" sz="16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Federal</a:t>
            </a:r>
            <a:r>
              <a:rPr lang="en-US" sz="16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Bureau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Investigation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Department</a:t>
            </a:r>
            <a:r>
              <a:rPr lang="en-US" sz="1600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Homeland</a:t>
            </a:r>
            <a:r>
              <a:rPr lang="en-US" sz="1600" spc="-3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Security</a:t>
            </a:r>
            <a:r>
              <a:rPr lang="en-US" sz="16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Science</a:t>
            </a:r>
            <a:r>
              <a:rPr lang="en-US" sz="16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&amp;</a:t>
            </a:r>
            <a:r>
              <a:rPr lang="en-US" sz="1600" spc="-5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0" dirty="0">
                <a:solidFill>
                  <a:srgbClr val="334052"/>
                </a:solidFill>
                <a:latin typeface="Arial"/>
                <a:cs typeface="Arial"/>
              </a:rPr>
              <a:t>Technology</a:t>
            </a:r>
            <a:r>
              <a:rPr lang="en-US" sz="16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(DHS</a:t>
            </a:r>
            <a:r>
              <a:rPr lang="en-US" sz="1600" spc="-3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0" dirty="0">
                <a:solidFill>
                  <a:srgbClr val="334052"/>
                </a:solidFill>
                <a:latin typeface="Arial"/>
                <a:cs typeface="Arial"/>
              </a:rPr>
              <a:t>S&amp;T)</a:t>
            </a:r>
            <a:endParaRPr lang="en-US" sz="16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Georgia</a:t>
            </a:r>
            <a:r>
              <a:rPr lang="en-US" sz="1600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35" dirty="0">
                <a:solidFill>
                  <a:srgbClr val="334052"/>
                </a:solidFill>
                <a:latin typeface="Arial"/>
                <a:cs typeface="Arial"/>
              </a:rPr>
              <a:t>Tech</a:t>
            </a:r>
            <a:r>
              <a:rPr lang="en-US" sz="1600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Research</a:t>
            </a:r>
            <a:r>
              <a:rPr lang="en-US" sz="1600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Institute</a:t>
            </a:r>
            <a:r>
              <a:rPr lang="en-US" sz="1600" spc="-6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334052"/>
                </a:solidFill>
                <a:latin typeface="Arial"/>
                <a:cs typeface="Arial"/>
              </a:rPr>
              <a:t>(GTRI)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Integrated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Institute</a:t>
            </a:r>
            <a:r>
              <a:rPr lang="en-US" sz="1600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(IJIS)</a:t>
            </a:r>
            <a:endParaRPr lang="en-US" sz="16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National</a:t>
            </a:r>
            <a:r>
              <a:rPr lang="en-US" sz="1600" spc="-10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Association</a:t>
            </a:r>
            <a:r>
              <a:rPr lang="en-US" sz="1600" spc="-8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for</a:t>
            </a:r>
            <a:r>
              <a:rPr lang="en-US" sz="16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Justice</a:t>
            </a:r>
            <a:r>
              <a:rPr lang="en-US" sz="16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Information</a:t>
            </a:r>
            <a:r>
              <a:rPr lang="en-US" sz="16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dirty="0">
                <a:solidFill>
                  <a:srgbClr val="454545"/>
                </a:solidFill>
                <a:latin typeface="Arial"/>
                <a:cs typeface="Arial"/>
              </a:rPr>
              <a:t>Systems</a:t>
            </a:r>
            <a:r>
              <a:rPr lang="en-US" sz="1600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(NAJIS)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10" dirty="0">
                <a:solidFill>
                  <a:srgbClr val="454545"/>
                </a:solidFill>
                <a:latin typeface="Arial"/>
                <a:cs typeface="Arial"/>
              </a:rPr>
              <a:t>Senzing, Inc.</a:t>
            </a:r>
          </a:p>
          <a:p>
            <a:pPr lvl="1">
              <a:lnSpc>
                <a:spcPct val="100000"/>
              </a:lnSpc>
              <a:spcBef>
                <a:spcPts val="70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6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(3)</a:t>
            </a:r>
            <a:endParaRPr lang="en-US" sz="19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dirty="0">
                <a:solidFill>
                  <a:srgbClr val="334052"/>
                </a:solidFill>
                <a:latin typeface="Arial"/>
                <a:cs typeface="Arial"/>
              </a:rPr>
              <a:t>NBAC</a:t>
            </a:r>
            <a:r>
              <a:rPr lang="en-US" sz="1600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600" spc="-20">
                <a:solidFill>
                  <a:srgbClr val="334052"/>
                </a:solidFill>
                <a:latin typeface="Arial"/>
                <a:cs typeface="Arial"/>
              </a:rPr>
              <a:t>NTAC</a:t>
            </a:r>
            <a:r>
              <a:rPr lang="en-US" sz="1600" spc="-75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600" spc="-25" dirty="0">
                <a:solidFill>
                  <a:srgbClr val="334052"/>
                </a:solidFill>
                <a:latin typeface="Arial"/>
                <a:cs typeface="Arial"/>
              </a:rPr>
              <a:t>TSC</a:t>
            </a:r>
            <a:endParaRPr lang="en-US" sz="16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Clr>
                <a:srgbClr val="1F487C"/>
              </a:buClr>
              <a:buFont typeface="Arial"/>
              <a:buChar char="–"/>
            </a:pPr>
            <a:endParaRPr lang="en-US"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lang="en-US" sz="1900" b="1" spc="-7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dirty="0">
                <a:solidFill>
                  <a:srgbClr val="334052"/>
                </a:solidFill>
                <a:latin typeface="Arial"/>
                <a:cs typeface="Arial"/>
              </a:rPr>
              <a:t>Expert</a:t>
            </a:r>
            <a:r>
              <a:rPr lang="en-US" sz="1900" b="1" spc="-4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25" dirty="0">
                <a:solidFill>
                  <a:srgbClr val="334052"/>
                </a:solidFill>
                <a:latin typeface="Arial"/>
                <a:cs typeface="Arial"/>
              </a:rPr>
              <a:t>NON-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Voting</a:t>
            </a:r>
            <a:r>
              <a:rPr lang="en-US" sz="1900" b="1" spc="-5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Members (3)</a:t>
            </a: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lang="en-US" sz="1900" b="1" spc="-10" dirty="0">
                <a:solidFill>
                  <a:srgbClr val="334052"/>
                </a:solidFill>
                <a:latin typeface="Arial"/>
                <a:cs typeface="Arial"/>
              </a:rPr>
              <a:t>Quorum: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604" y="-255425"/>
            <a:ext cx="10569753" cy="1251367"/>
          </a:xfrm>
          <a:prstGeom prst="rect">
            <a:avLst/>
          </a:prstGeom>
        </p:spPr>
        <p:txBody>
          <a:bodyPr vert="horz" wrap="square" lIns="0" tIns="263905" rIns="0" bIns="0" rtlCol="0">
            <a:spAutoFit/>
          </a:bodyPr>
          <a:lstStyle/>
          <a:p>
            <a:pPr marL="2202815" algn="ctr">
              <a:lnSpc>
                <a:spcPct val="100000"/>
              </a:lnSpc>
              <a:spcBef>
                <a:spcPts val="100"/>
              </a:spcBef>
            </a:pPr>
            <a:r>
              <a:rPr lang="en-US" spc="-130" dirty="0">
                <a:solidFill>
                  <a:srgbClr val="454545"/>
                </a:solidFill>
              </a:rPr>
              <a:t>SPONSOR</a:t>
            </a:r>
            <a:r>
              <a:rPr sz="3200" spc="-1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APPOINTED</a:t>
            </a:r>
            <a:r>
              <a:rPr lang="en-US" sz="3200" dirty="0">
                <a:solidFill>
                  <a:srgbClr val="454545"/>
                </a:solidFill>
              </a:rPr>
              <a:t> PGB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2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4023657" y="2644545"/>
            <a:ext cx="1565402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4769" indent="-3175" algn="l">
              <a:lnSpc>
                <a:spcPct val="100000"/>
              </a:lnSpc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Christina Bapst-Stump</a:t>
            </a:r>
            <a:endParaRPr sz="900" dirty="0">
              <a:latin typeface="Arial"/>
              <a:cs typeface="Arial"/>
            </a:endParaRPr>
          </a:p>
          <a:p>
            <a:pPr marL="12700" marR="342265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Science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Technology Directorate,</a:t>
            </a: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US</a:t>
            </a:r>
            <a:r>
              <a:rPr sz="9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Department</a:t>
            </a:r>
            <a:r>
              <a:rPr sz="900" spc="-4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of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Homeland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Security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0" y="1191971"/>
            <a:ext cx="1232915" cy="119176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468351" y="2393782"/>
            <a:ext cx="1520190" cy="10894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6034">
              <a:lnSpc>
                <a:spcPct val="100000"/>
              </a:lnSpc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 Payton Lamb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Data Engineer Commonwealth of Virginia Office of the secretary of Administration</a:t>
            </a:r>
          </a:p>
          <a:p>
            <a:pPr marL="12700" marR="5080">
              <a:lnSpc>
                <a:spcPct val="100000"/>
              </a:lnSpc>
            </a:pP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Office</a:t>
            </a:r>
            <a:r>
              <a:rPr sz="10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Data</a:t>
            </a:r>
            <a:r>
              <a:rPr sz="10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Governance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and</a:t>
            </a:r>
            <a:r>
              <a:rPr sz="1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Analytics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52424" y="1143975"/>
            <a:ext cx="1196340" cy="122529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81818" y="4954463"/>
            <a:ext cx="1541145" cy="78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/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Ms.</a:t>
            </a:r>
            <a:r>
              <a:rPr sz="1000" b="1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April</a:t>
            </a:r>
            <a:r>
              <a:rPr sz="1000" b="1" spc="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Mitchell</a:t>
            </a:r>
            <a:r>
              <a:rPr sz="1000" b="1" spc="5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FBI</a:t>
            </a:r>
            <a:r>
              <a:rPr sz="1000" spc="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It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Specialist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and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Technical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Lead of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Data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Standards</a:t>
            </a:r>
            <a:r>
              <a:rPr sz="1000" spc="-1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</a:t>
            </a:r>
            <a:r>
              <a:rPr sz="1000" spc="-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the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Criminal</a:t>
            </a:r>
            <a:r>
              <a:rPr sz="1000" spc="-45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Justice</a:t>
            </a:r>
            <a:r>
              <a:rPr sz="1000" spc="-2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Information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Services</a:t>
            </a:r>
            <a:r>
              <a:rPr sz="1000" spc="-3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(CJIS)</a:t>
            </a:r>
            <a:r>
              <a:rPr sz="1000" spc="-4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Division</a:t>
            </a:r>
            <a:endParaRPr sz="1000" dirty="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3923" y="3681797"/>
            <a:ext cx="929639" cy="124206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05438" y="3610673"/>
            <a:ext cx="928116" cy="120853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205438" y="4938768"/>
            <a:ext cx="1047750" cy="1001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Tom</a:t>
            </a:r>
            <a:r>
              <a:rPr sz="10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Welch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Director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of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Information Technology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OHIO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HIDTA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–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Including</a:t>
            </a:r>
            <a:r>
              <a:rPr sz="900" spc="-5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Northern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KY</a:t>
            </a:r>
            <a:r>
              <a:rPr sz="900" spc="-1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&amp;</a:t>
            </a:r>
            <a:r>
              <a:rPr sz="900" spc="-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Western</a:t>
            </a:r>
            <a:r>
              <a:rPr sz="900" spc="-1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PA</a:t>
            </a:r>
            <a:endParaRPr sz="9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6AFCA7-A6DF-02BA-CD96-93CC1A004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659184"/>
            <a:ext cx="1517904" cy="1322998"/>
          </a:xfrm>
          <a:prstGeom prst="rect">
            <a:avLst/>
          </a:prstGeom>
        </p:spPr>
      </p:pic>
      <p:sp>
        <p:nvSpPr>
          <p:cNvPr id="26" name="object 22">
            <a:extLst>
              <a:ext uri="{FF2B5EF4-FFF2-40B4-BE49-F238E27FC236}">
                <a16:creationId xmlns:a16="http://schemas.microsoft.com/office/drawing/2014/main" id="{B9DBD4A2-CC34-AFAF-1ADC-4C03C18DADE2}"/>
              </a:ext>
            </a:extLst>
          </p:cNvPr>
          <p:cNvSpPr txBox="1"/>
          <p:nvPr/>
        </p:nvSpPr>
        <p:spPr>
          <a:xfrm>
            <a:off x="6650480" y="5063117"/>
            <a:ext cx="1517903" cy="499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James T. Herbert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VP, CMO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 APN Software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6" name="object 15">
            <a:extLst>
              <a:ext uri="{FF2B5EF4-FFF2-40B4-BE49-F238E27FC236}">
                <a16:creationId xmlns:a16="http://schemas.microsoft.com/office/drawing/2014/main" id="{AF500335-9E1D-FCC2-2668-BAA216647DC5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6800" y="1191971"/>
            <a:ext cx="1301113" cy="1208532"/>
          </a:xfrm>
          <a:prstGeom prst="rect">
            <a:avLst/>
          </a:prstGeom>
        </p:spPr>
      </p:pic>
      <p:sp>
        <p:nvSpPr>
          <p:cNvPr id="7" name="object 16">
            <a:extLst>
              <a:ext uri="{FF2B5EF4-FFF2-40B4-BE49-F238E27FC236}">
                <a16:creationId xmlns:a16="http://schemas.microsoft.com/office/drawing/2014/main" id="{8B4E20BF-29CD-EF46-FF85-A08A21843E18}"/>
              </a:ext>
            </a:extLst>
          </p:cNvPr>
          <p:cNvSpPr txBox="1"/>
          <p:nvPr/>
        </p:nvSpPr>
        <p:spPr>
          <a:xfrm>
            <a:off x="1088817" y="2609382"/>
            <a:ext cx="131460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Paul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Wormeli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16B02F69-6BAE-5B2D-15EA-E819D28DBDC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20487" y="1143202"/>
            <a:ext cx="824483" cy="124053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259230E3-2515-31F5-A2D7-A505A274F5A6}"/>
              </a:ext>
            </a:extLst>
          </p:cNvPr>
          <p:cNvSpPr txBox="1"/>
          <p:nvPr/>
        </p:nvSpPr>
        <p:spPr>
          <a:xfrm>
            <a:off x="6768440" y="2595362"/>
            <a:ext cx="11004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John</a:t>
            </a:r>
            <a:r>
              <a:rPr sz="1000" b="1" spc="-10" dirty="0">
                <a:solidFill>
                  <a:srgbClr val="454545"/>
                </a:solidFill>
                <a:latin typeface="Arial"/>
                <a:cs typeface="Arial"/>
              </a:rPr>
              <a:t> Wandelt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Principal</a:t>
            </a:r>
            <a:r>
              <a:rPr sz="1000" spc="-6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Scientist,</a:t>
            </a:r>
            <a:r>
              <a:rPr sz="100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Georgia </a:t>
            </a:r>
            <a:r>
              <a:rPr sz="1000" dirty="0">
                <a:solidFill>
                  <a:srgbClr val="454545"/>
                </a:solidFill>
                <a:latin typeface="Arial"/>
                <a:cs typeface="Arial"/>
              </a:rPr>
              <a:t>Tech</a:t>
            </a:r>
            <a:r>
              <a:rPr sz="10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54545"/>
                </a:solidFill>
                <a:latin typeface="Arial"/>
                <a:cs typeface="Arial"/>
              </a:rPr>
              <a:t>Research Institute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35CA3-095B-2C88-CFFA-14C05D150A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3192" y="3703096"/>
            <a:ext cx="1251367" cy="1251367"/>
          </a:xfrm>
          <a:prstGeom prst="rect">
            <a:avLst/>
          </a:prstGeom>
        </p:spPr>
      </p:pic>
      <p:sp>
        <p:nvSpPr>
          <p:cNvPr id="5" name="object 22">
            <a:extLst>
              <a:ext uri="{FF2B5EF4-FFF2-40B4-BE49-F238E27FC236}">
                <a16:creationId xmlns:a16="http://schemas.microsoft.com/office/drawing/2014/main" id="{43044432-EE3D-DBCA-03A3-176F316B6126}"/>
              </a:ext>
            </a:extLst>
          </p:cNvPr>
          <p:cNvSpPr txBox="1"/>
          <p:nvPr/>
        </p:nvSpPr>
        <p:spPr>
          <a:xfrm>
            <a:off x="9543192" y="5096827"/>
            <a:ext cx="1517903" cy="65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0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000" b="1" spc="-20" dirty="0">
                <a:solidFill>
                  <a:srgbClr val="454545"/>
                </a:solidFill>
                <a:latin typeface="Arial"/>
                <a:cs typeface="Arial"/>
              </a:rPr>
              <a:t>Jeff Butcher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dirty="0">
                <a:solidFill>
                  <a:srgbClr val="545454"/>
                </a:solidFill>
                <a:latin typeface="Georgia" panose="02040502050405020303" pitchFamily="18" charset="0"/>
              </a:rPr>
              <a:t>Chief Software Architect,</a:t>
            </a:r>
          </a:p>
          <a:p>
            <a:pPr marL="12700" marR="125095">
              <a:lnSpc>
                <a:spcPct val="100000"/>
              </a:lnSpc>
              <a:spcBef>
                <a:spcPts val="95"/>
              </a:spcBef>
            </a:pPr>
            <a:r>
              <a:rPr lang="en-US" sz="1000" i="0" dirty="0">
                <a:solidFill>
                  <a:srgbClr val="545454"/>
                </a:solidFill>
                <a:effectLst/>
                <a:latin typeface="Georgia" panose="02040502050405020303" pitchFamily="18" charset="0"/>
              </a:rPr>
              <a:t>Senzing, Inc.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2160" y="311022"/>
            <a:ext cx="691388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744" marR="5080" indent="-99568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454545"/>
                </a:solidFill>
              </a:rPr>
              <a:t>PGB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EXPERT</a:t>
            </a:r>
            <a:r>
              <a:rPr sz="3200" spc="-5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VOTING</a:t>
            </a:r>
            <a:r>
              <a:rPr sz="3200" spc="-30" dirty="0">
                <a:solidFill>
                  <a:srgbClr val="454545"/>
                </a:solidFill>
              </a:rPr>
              <a:t> </a:t>
            </a:r>
            <a:r>
              <a:rPr sz="3200" dirty="0">
                <a:solidFill>
                  <a:srgbClr val="454545"/>
                </a:solidFill>
              </a:rPr>
              <a:t>MEMBERS</a:t>
            </a:r>
            <a:r>
              <a:rPr sz="3200" spc="-15" dirty="0">
                <a:solidFill>
                  <a:srgbClr val="454545"/>
                </a:solidFill>
              </a:rPr>
              <a:t> </a:t>
            </a:r>
            <a:r>
              <a:rPr sz="3200" spc="-50" dirty="0">
                <a:solidFill>
                  <a:srgbClr val="454545"/>
                </a:solidFill>
              </a:rPr>
              <a:t>&amp; </a:t>
            </a:r>
            <a:r>
              <a:rPr sz="3200" dirty="0">
                <a:solidFill>
                  <a:srgbClr val="454545"/>
                </a:solidFill>
              </a:rPr>
              <a:t>NON-VOTING</a:t>
            </a:r>
            <a:r>
              <a:rPr sz="3200" spc="-65" dirty="0">
                <a:solidFill>
                  <a:srgbClr val="454545"/>
                </a:solidFill>
              </a:rPr>
              <a:t> </a:t>
            </a:r>
            <a:r>
              <a:rPr sz="3200" spc="-10" dirty="0">
                <a:solidFill>
                  <a:srgbClr val="454545"/>
                </a:solidFill>
              </a:rPr>
              <a:t>MEMBERS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314958" y="2456815"/>
            <a:ext cx="3670300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 EXPERT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3556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8965" y="3163823"/>
            <a:ext cx="1011936" cy="10241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0501" y="3034282"/>
            <a:ext cx="1147572" cy="11902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22022" y="4388866"/>
            <a:ext cx="880744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Kamran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Atri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9651" y="2456815"/>
            <a:ext cx="4253865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PGB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EXPERT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NON-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VOTING</a:t>
            </a:r>
            <a:r>
              <a:rPr sz="1800" b="1" spc="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54545"/>
                </a:solidFill>
                <a:latin typeface="Arial"/>
                <a:cs typeface="Arial"/>
              </a:rPr>
              <a:t>MEMBERS</a:t>
            </a:r>
            <a:endParaRPr sz="1800" dirty="0">
              <a:latin typeface="Arial"/>
              <a:cs typeface="Arial"/>
            </a:endParaRPr>
          </a:p>
          <a:p>
            <a:pPr marL="4318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Technical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54545"/>
                </a:solidFill>
                <a:latin typeface="Arial"/>
                <a:cs typeface="Arial"/>
              </a:rPr>
              <a:t>Steering</a:t>
            </a:r>
            <a:r>
              <a:rPr sz="16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54545"/>
                </a:solidFill>
                <a:latin typeface="Arial"/>
                <a:cs typeface="Arial"/>
              </a:rPr>
              <a:t>Committees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1808" y="3201923"/>
            <a:ext cx="1104900" cy="10226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04950" y="4520945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Thomas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454545"/>
                </a:solidFill>
                <a:latin typeface="Arial"/>
                <a:cs typeface="Arial"/>
              </a:rPr>
              <a:t>Krul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Business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7577" y="4503147"/>
            <a:ext cx="947419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Brad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Bolliger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49863" y="3207366"/>
            <a:ext cx="816863" cy="108965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082802" y="4380737"/>
            <a:ext cx="9277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Dr.</a:t>
            </a:r>
            <a:r>
              <a:rPr sz="9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Scott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Renner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Co-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Chair,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454545"/>
                </a:solidFill>
                <a:latin typeface="Arial"/>
                <a:cs typeface="Arial"/>
              </a:rPr>
              <a:t>NIEM </a:t>
            </a:r>
            <a:r>
              <a:rPr sz="900" spc="-10" dirty="0">
                <a:solidFill>
                  <a:srgbClr val="454545"/>
                </a:solidFill>
                <a:latin typeface="Arial"/>
                <a:cs typeface="Arial"/>
              </a:rPr>
              <a:t>Technical Architecture </a:t>
            </a:r>
            <a:r>
              <a:rPr sz="900" dirty="0">
                <a:solidFill>
                  <a:srgbClr val="454545"/>
                </a:solidFill>
                <a:latin typeface="Arial"/>
                <a:cs typeface="Arial"/>
              </a:rPr>
              <a:t>Committee</a:t>
            </a:r>
            <a:r>
              <a:rPr sz="9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454545"/>
                </a:solidFill>
                <a:latin typeface="Arial"/>
                <a:cs typeface="Arial"/>
              </a:rPr>
              <a:t>TSC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EF01DAEF-9B21-3375-DAC6-CB1D65C8F1CA}"/>
              </a:ext>
            </a:extLst>
          </p:cNvPr>
          <p:cNvSpPr txBox="1"/>
          <p:nvPr/>
        </p:nvSpPr>
        <p:spPr>
          <a:xfrm>
            <a:off x="3298500" y="4548159"/>
            <a:ext cx="9277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900" b="1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b="1" spc="-25" dirty="0">
                <a:solidFill>
                  <a:srgbClr val="454545"/>
                </a:solidFill>
                <a:latin typeface="Arial"/>
                <a:cs typeface="Arial"/>
              </a:rPr>
              <a:t>Jim Cabral - </a:t>
            </a:r>
            <a:r>
              <a:rPr sz="900" b="1" spc="-1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900" dirty="0">
                <a:solidFill>
                  <a:srgbClr val="454545"/>
                </a:solidFill>
                <a:latin typeface="Arial"/>
                <a:cs typeface="Arial"/>
              </a:rPr>
              <a:t>NTAC TSC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2050" name="Picture 2" descr="Jim Cabral - Justice, Legal and Public Safety Technology ...">
            <a:extLst>
              <a:ext uri="{FF2B5EF4-FFF2-40B4-BE49-F238E27FC236}">
                <a16:creationId xmlns:a16="http://schemas.microsoft.com/office/drawing/2014/main" id="{E6DDC19A-9E54-2C86-E222-94A26604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308" y="3179825"/>
            <a:ext cx="1194071" cy="112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9817"/>
            <a:ext cx="77146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80" dirty="0"/>
              <a:t> </a:t>
            </a:r>
            <a:r>
              <a:rPr lang="en-US" spc="-80" dirty="0"/>
              <a:t>4 DEC</a:t>
            </a:r>
            <a:r>
              <a:rPr spc="-100" dirty="0"/>
              <a:t> </a:t>
            </a:r>
            <a:r>
              <a:rPr dirty="0"/>
              <a:t>2025</a:t>
            </a:r>
            <a:r>
              <a:rPr spc="-75" dirty="0"/>
              <a:t> </a:t>
            </a:r>
            <a:r>
              <a:rPr dirty="0"/>
              <a:t>PGB</a:t>
            </a:r>
            <a:r>
              <a:rPr spc="-185" dirty="0"/>
              <a:t> </a:t>
            </a:r>
            <a:r>
              <a:rPr spc="-10" dirty="0"/>
              <a:t>AGENDA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661644"/>
            <a:ext cx="4969510" cy="25126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2300" b="1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2300" b="1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1E1C11"/>
                </a:solidFill>
                <a:latin typeface="Arial"/>
                <a:cs typeface="Arial"/>
              </a:rPr>
              <a:t>Order</a:t>
            </a:r>
            <a:endParaRPr sz="230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Admin</a:t>
            </a:r>
            <a:endParaRPr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Call to Order</a:t>
            </a: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40" dirty="0">
                <a:solidFill>
                  <a:srgbClr val="1E1C11"/>
                </a:solidFill>
                <a:latin typeface="Arial"/>
                <a:cs typeface="Arial"/>
              </a:rPr>
              <a:t>ZOOM</a:t>
            </a:r>
            <a:r>
              <a:rPr sz="1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Link</a:t>
            </a:r>
            <a:endParaRPr lang="en-US" sz="12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lang="en-US" sz="1200" spc="-20" dirty="0">
                <a:solidFill>
                  <a:srgbClr val="1E1C11"/>
                </a:solidFill>
                <a:latin typeface="Arial"/>
                <a:cs typeface="Arial"/>
              </a:rPr>
              <a:t>Note taker</a:t>
            </a:r>
            <a:endParaRPr sz="1200" dirty="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Char char="–"/>
              <a:tabLst>
                <a:tab pos="756285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Roll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Call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&amp;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Introductions</a:t>
            </a:r>
            <a:endParaRPr sz="1200" dirty="0"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Sponsor Appointed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2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200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(Sponsors)</a:t>
            </a:r>
            <a:endParaRPr lang="en-US" sz="1200" spc="-5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155700" marR="290830" lvl="2" indent="-228600">
              <a:lnSpc>
                <a:spcPct val="80000"/>
              </a:lnSpc>
              <a:spcBef>
                <a:spcPts val="310"/>
              </a:spcBef>
              <a:buClr>
                <a:srgbClr val="1F487C"/>
              </a:buClr>
              <a:buFont typeface="Wingdings"/>
              <a:buChar char=""/>
              <a:tabLst>
                <a:tab pos="1155700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200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Expert Voting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 (TSCs)</a:t>
            </a: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 &amp;</a:t>
            </a:r>
            <a:r>
              <a:rPr lang="en-US" sz="12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Non-Voting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200" spc="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(TSC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 Co-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Chairs)</a:t>
            </a:r>
            <a:endParaRPr sz="1200" dirty="0"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Announcements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Approval of Meeting Agenda</a:t>
            </a:r>
          </a:p>
          <a:p>
            <a:pPr marL="12700">
              <a:lnSpc>
                <a:spcPct val="100000"/>
              </a:lnSpc>
              <a:buClr>
                <a:srgbClr val="1F487C"/>
              </a:buClr>
              <a:tabLst>
                <a:tab pos="354965" algn="l"/>
              </a:tabLst>
            </a:pP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1474" y="3174255"/>
            <a:ext cx="5751450" cy="1388201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400" b="1" spc="-10" dirty="0">
                <a:solidFill>
                  <a:srgbClr val="1E1C11"/>
                </a:solidFill>
                <a:latin typeface="Arial"/>
                <a:cs typeface="Arial"/>
              </a:rPr>
              <a:t>Co-</a:t>
            </a:r>
            <a:r>
              <a:rPr sz="2400" b="1" dirty="0">
                <a:solidFill>
                  <a:srgbClr val="1E1C11"/>
                </a:solidFill>
                <a:latin typeface="Arial"/>
                <a:cs typeface="Arial"/>
              </a:rPr>
              <a:t>Chair</a:t>
            </a:r>
            <a:r>
              <a:rPr sz="2400" b="1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E1C11"/>
                </a:solidFill>
                <a:latin typeface="Arial"/>
                <a:cs typeface="Arial"/>
              </a:rPr>
              <a:t>Discussion</a:t>
            </a:r>
            <a:r>
              <a:rPr sz="2400" b="1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E1C11"/>
                </a:solidFill>
                <a:latin typeface="Arial"/>
                <a:cs typeface="Arial"/>
              </a:rPr>
              <a:t>/Updates</a:t>
            </a:r>
            <a:endParaRPr sz="24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NTAC</a:t>
            </a:r>
            <a:r>
              <a:rPr sz="12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1200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lang="en-US" sz="1200" dirty="0">
                <a:solidFill>
                  <a:srgbClr val="1E1C11"/>
                </a:solidFill>
                <a:latin typeface="Arial"/>
                <a:cs typeface="Arial"/>
              </a:rPr>
              <a:t>Jim Cabral </a:t>
            </a:r>
            <a:r>
              <a:rPr lang="en-US" sz="1200" spc="-50" dirty="0">
                <a:solidFill>
                  <a:srgbClr val="1E1C11"/>
                </a:solidFill>
                <a:latin typeface="Arial"/>
                <a:cs typeface="Arial"/>
              </a:rPr>
              <a:t>&amp;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Dr.</a:t>
            </a:r>
            <a:r>
              <a:rPr sz="12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Scott</a:t>
            </a:r>
            <a:r>
              <a:rPr sz="1200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Renner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spcBef>
                <a:spcPts val="21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NBAC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Update –</a:t>
            </a:r>
            <a:r>
              <a:rPr sz="1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Thomas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E1C11"/>
                </a:solidFill>
                <a:latin typeface="Arial"/>
                <a:cs typeface="Arial"/>
              </a:rPr>
              <a:t>Krul</a:t>
            </a:r>
            <a:endParaRPr lang="en-US" sz="12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lang="en-US" sz="1200" spc="-30" dirty="0">
                <a:solidFill>
                  <a:srgbClr val="1E1C11"/>
                </a:solidFill>
                <a:latin typeface="Arial"/>
                <a:cs typeface="Arial"/>
              </a:rPr>
              <a:t>Next</a:t>
            </a:r>
            <a:r>
              <a:rPr sz="1200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 Schedule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dirty="0">
                <a:solidFill>
                  <a:srgbClr val="1E1C11"/>
                </a:solidFill>
                <a:latin typeface="Arial"/>
                <a:cs typeface="Arial"/>
              </a:rPr>
              <a:t>Other</a:t>
            </a:r>
            <a:r>
              <a:rPr sz="12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Business/Discussion</a:t>
            </a:r>
            <a:endParaRPr sz="1200" dirty="0">
              <a:latin typeface="Arial"/>
              <a:cs typeface="Arial"/>
            </a:endParaRPr>
          </a:p>
          <a:p>
            <a:pPr marL="413384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1200" spc="-10" dirty="0">
                <a:solidFill>
                  <a:srgbClr val="1E1C11"/>
                </a:solidFill>
                <a:latin typeface="Arial"/>
                <a:cs typeface="Arial"/>
              </a:rPr>
              <a:t>Questions/Adjourn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009D8AF-AB2D-2E3A-9FAA-51121A7AC166}"/>
              </a:ext>
            </a:extLst>
          </p:cNvPr>
          <p:cNvSpPr txBox="1"/>
          <p:nvPr/>
        </p:nvSpPr>
        <p:spPr>
          <a:xfrm>
            <a:off x="679006" y="3424929"/>
            <a:ext cx="4502593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49530">
              <a:buClr>
                <a:srgbClr val="1F487C"/>
              </a:buClr>
              <a:tabLst>
                <a:tab pos="527685" algn="l"/>
              </a:tabLst>
            </a:pPr>
            <a:r>
              <a:rPr lang="en-US" sz="2400" b="1" i="1" spc="-10" dirty="0">
                <a:solidFill>
                  <a:srgbClr val="1E1C11"/>
                </a:solidFill>
                <a:latin typeface="Arial"/>
                <a:cs typeface="Arial"/>
              </a:rPr>
              <a:t>Motions</a:t>
            </a:r>
            <a:endParaRPr lang="en-US" sz="1200" i="1" dirty="0">
              <a:solidFill>
                <a:srgbClr val="334052"/>
              </a:solidFill>
              <a:latin typeface="Arial"/>
              <a:cs typeface="Arial"/>
            </a:endParaRPr>
          </a:p>
          <a:p>
            <a:pPr marL="240665" marR="49530" indent="-228600"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Approval of 28 August PGB Minutes</a:t>
            </a:r>
          </a:p>
          <a:p>
            <a:pPr marL="240665" marR="49530" indent="-228600"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Approval Chair Petty Cash Discretionary Fund</a:t>
            </a:r>
          </a:p>
          <a:p>
            <a:pPr marL="12065" marR="49530">
              <a:buClr>
                <a:srgbClr val="1F487C"/>
              </a:buClr>
              <a:tabLst>
                <a:tab pos="527685" algn="l"/>
              </a:tabLst>
            </a:pPr>
            <a:r>
              <a:rPr lang="en-US" sz="1200" spc="-5" dirty="0">
                <a:solidFill>
                  <a:srgbClr val="334052"/>
                </a:solidFill>
                <a:latin typeface="Arial"/>
                <a:cs typeface="Arial"/>
              </a:rPr>
              <a:t>3.  Approval for IJIS to take on functions formerly served by NMO</a:t>
            </a:r>
            <a:endParaRPr lang="en-US" sz="1200" dirty="0">
              <a:solidFill>
                <a:srgbClr val="334052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6EB49-15F4-AA2E-86A6-AD2C3F462AB4}"/>
              </a:ext>
            </a:extLst>
          </p:cNvPr>
          <p:cNvSpPr txBox="1"/>
          <p:nvPr/>
        </p:nvSpPr>
        <p:spPr>
          <a:xfrm>
            <a:off x="6091474" y="661644"/>
            <a:ext cx="45813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spcBef>
                <a:spcPts val="2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400" b="1" spc="-10" dirty="0">
                <a:solidFill>
                  <a:srgbClr val="1E1C11"/>
                </a:solidFill>
                <a:latin typeface="Arial"/>
                <a:cs typeface="Arial"/>
              </a:rPr>
              <a:t>Other Business</a:t>
            </a:r>
            <a:endParaRPr lang="en-US" sz="2400" spc="-1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Around-the-Horn – PGB Voting Member Comments/Questions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2025 OASIS Staff / NIEMOpen Administrator</a:t>
            </a:r>
          </a:p>
          <a:p>
            <a:pPr marL="184150" marR="681355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Q3 2025 Financial Snapshot – Cathie Mayo (OASIS)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Sponsor Update – Rita Petti/ Holly Peterson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CY 2025 Tasks 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8 Oct  NPC Meeting Update</a:t>
            </a:r>
          </a:p>
          <a:p>
            <a:pPr marL="184150" indent="-171450">
              <a:spcBef>
                <a:spcPts val="20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200" spc="-10" dirty="0">
                <a:solidFill>
                  <a:srgbClr val="1E1C11"/>
                </a:solidFill>
                <a:latin typeface="Arial"/>
                <a:cs typeface="Arial"/>
              </a:rPr>
              <a:t>13 Nov Reveal Summit Webinar Update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A1085-D783-C796-D8C2-735363EF5162}"/>
              </a:ext>
            </a:extLst>
          </p:cNvPr>
          <p:cNvSpPr txBox="1"/>
          <p:nvPr/>
        </p:nvSpPr>
        <p:spPr>
          <a:xfrm>
            <a:off x="606865" y="5044758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2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b="1" spc="-10" dirty="0">
                <a:solidFill>
                  <a:srgbClr val="00B050"/>
                </a:solidFill>
                <a:latin typeface="Arial"/>
                <a:cs typeface="Arial"/>
              </a:rPr>
              <a:t>BREAK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4383"/>
                </a:solidFill>
              </a:rPr>
              <a:t>APPROVAL</a:t>
            </a:r>
            <a:r>
              <a:rPr sz="3200" spc="-12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OF</a:t>
            </a:r>
            <a:r>
              <a:rPr sz="3200" spc="-190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AGENDA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845006" y="1228471"/>
            <a:ext cx="10280193" cy="195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5600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1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114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Draft</a:t>
            </a:r>
            <a:r>
              <a:rPr sz="1600" u="none" spc="-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for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NIEMOpen</a:t>
            </a:r>
            <a:r>
              <a:rPr sz="1600" u="none" spc="409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b="1" u="none" spc="409" dirty="0">
                <a:solidFill>
                  <a:srgbClr val="1E1C11"/>
                </a:solidFill>
                <a:latin typeface="Arial"/>
                <a:cs typeface="Arial"/>
              </a:rPr>
              <a:t>4</a:t>
            </a:r>
            <a:r>
              <a:rPr lang="en-US" sz="1600" b="1" spc="409" dirty="0">
                <a:solidFill>
                  <a:srgbClr val="1E1C11"/>
                </a:solidFill>
                <a:latin typeface="Arial"/>
                <a:cs typeface="Arial"/>
              </a:rPr>
              <a:t> December</a:t>
            </a:r>
            <a:r>
              <a:rPr sz="1600" b="1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b="1" u="none" dirty="0">
                <a:solidFill>
                  <a:srgbClr val="1E1C11"/>
                </a:solidFill>
                <a:latin typeface="Arial"/>
                <a:cs typeface="Arial"/>
              </a:rPr>
              <a:t>2025</a:t>
            </a:r>
            <a:r>
              <a:rPr sz="1600" b="1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Project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Governing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Board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(PGB)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was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provided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readahead.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1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recommended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changes</a:t>
            </a:r>
            <a:r>
              <a:rPr sz="1600" u="none" spc="-4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distributed?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:</a:t>
            </a:r>
            <a:r>
              <a:rPr sz="1600" u="none" spc="4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(further)</a:t>
            </a:r>
            <a:r>
              <a:rPr sz="1600" u="none" spc="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changes,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agenda</a:t>
            </a:r>
            <a:r>
              <a:rPr sz="1600" u="none" spc="39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stands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approved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endParaRPr sz="1600" dirty="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1600" spc="-10" dirty="0">
                <a:solidFill>
                  <a:srgbClr val="1E1C11"/>
                </a:solidFill>
                <a:latin typeface="Arial"/>
                <a:cs typeface="Arial"/>
              </a:rPr>
              <a:t>(corrected).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708DA9D6-3083-7D28-DD8E-B68D33DE8BF0}"/>
              </a:ext>
            </a:extLst>
          </p:cNvPr>
          <p:cNvSpPr txBox="1"/>
          <p:nvPr/>
        </p:nvSpPr>
        <p:spPr>
          <a:xfrm>
            <a:off x="2362200" y="4243705"/>
            <a:ext cx="29914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50"/>
                </a:solidFill>
                <a:latin typeface="Arial"/>
                <a:cs typeface="Arial"/>
              </a:rPr>
              <a:t>Approve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Approve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Corrected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EA2DB2F2-E198-575B-8976-8C41F898DC13}"/>
              </a:ext>
            </a:extLst>
          </p:cNvPr>
          <p:cNvSpPr/>
          <p:nvPr/>
        </p:nvSpPr>
        <p:spPr>
          <a:xfrm>
            <a:off x="1789810" y="4214242"/>
            <a:ext cx="337185" cy="368935"/>
          </a:xfrm>
          <a:custGeom>
            <a:avLst/>
            <a:gdLst/>
            <a:ahLst/>
            <a:cxnLst/>
            <a:rect l="l" t="t" r="r" b="b"/>
            <a:pathLst>
              <a:path w="337185" h="368935">
                <a:moveTo>
                  <a:pt x="0" y="368807"/>
                </a:moveTo>
                <a:lnTo>
                  <a:pt x="336804" y="368807"/>
                </a:lnTo>
                <a:lnTo>
                  <a:pt x="336804" y="0"/>
                </a:lnTo>
                <a:lnTo>
                  <a:pt x="0" y="0"/>
                </a:lnTo>
                <a:lnTo>
                  <a:pt x="0" y="368807"/>
                </a:lnTo>
                <a:close/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04C59465-6347-7FE3-CED3-272A8D4FA4B0}"/>
              </a:ext>
            </a:extLst>
          </p:cNvPr>
          <p:cNvSpPr/>
          <p:nvPr/>
        </p:nvSpPr>
        <p:spPr>
          <a:xfrm>
            <a:off x="1789810" y="4740910"/>
            <a:ext cx="337185" cy="288290"/>
          </a:xfrm>
          <a:custGeom>
            <a:avLst/>
            <a:gdLst/>
            <a:ahLst/>
            <a:cxnLst/>
            <a:rect l="l" t="t" r="r" b="b"/>
            <a:pathLst>
              <a:path w="337185" h="288289">
                <a:moveTo>
                  <a:pt x="0" y="288036"/>
                </a:moveTo>
                <a:lnTo>
                  <a:pt x="336804" y="288036"/>
                </a:lnTo>
                <a:lnTo>
                  <a:pt x="336804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A703A5AA-EAE7-5CC7-8764-4EB9955A6C11}"/>
              </a:ext>
            </a:extLst>
          </p:cNvPr>
          <p:cNvSpPr txBox="1"/>
          <p:nvPr/>
        </p:nvSpPr>
        <p:spPr>
          <a:xfrm>
            <a:off x="700405" y="3986480"/>
            <a:ext cx="498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2400" b="1" spc="-50" dirty="0">
                <a:solidFill>
                  <a:srgbClr val="454545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190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984" y="352593"/>
            <a:ext cx="10972800" cy="712451"/>
          </a:xfrm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 algn="l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ANNOUNCEMENTS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6C977F-E4BB-D5EE-2F18-735ABD7AA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265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Char char="•"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Call for Consent</a:t>
            </a:r>
          </a:p>
          <a:p>
            <a:pPr marL="755650" lvl="1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dirty="0">
                <a:solidFill>
                  <a:srgbClr val="334052"/>
                </a:solidFill>
                <a:latin typeface="Arial"/>
                <a:cs typeface="Arial"/>
              </a:rPr>
              <a:t>NDR 6.0 and Model Version 6.0 approved by PGB as OASIS Candidate</a:t>
            </a:r>
          </a:p>
          <a:p>
            <a:pPr marL="755650" lvl="1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1800" dirty="0">
                <a:solidFill>
                  <a:srgbClr val="334052"/>
                </a:solidFill>
                <a:latin typeface="Arial"/>
                <a:cs typeface="Arial"/>
              </a:rPr>
              <a:t>NDR 6.0 and Model Version 6.0 submitted for public review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Conducted 8 October NPC meeting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 Forensics Townhall Postponed until 8 December 25 11 AM – 12 PM</a:t>
            </a:r>
          </a:p>
          <a:p>
            <a:pPr marL="355600">
              <a:spcBef>
                <a:spcPts val="380"/>
              </a:spcBef>
              <a:buClr>
                <a:srgbClr val="1F487C"/>
              </a:buClr>
              <a:tabLst>
                <a:tab pos="354965" algn="l"/>
              </a:tabLst>
            </a:pPr>
            <a:r>
              <a:rPr lang="en-US" sz="2200" dirty="0">
                <a:solidFill>
                  <a:srgbClr val="334052"/>
                </a:solidFill>
                <a:latin typeface="Arial"/>
                <a:cs typeface="Arial"/>
              </a:rPr>
              <a:t>Conducted 13 November Reveal Summit Webinar</a:t>
            </a:r>
          </a:p>
          <a:p>
            <a:pPr marL="12700" indent="0">
              <a:lnSpc>
                <a:spcPct val="100000"/>
              </a:lnSpc>
              <a:spcBef>
                <a:spcPts val="380"/>
              </a:spcBef>
              <a:buClr>
                <a:srgbClr val="1F487C"/>
              </a:buClr>
              <a:buNone/>
              <a:tabLst>
                <a:tab pos="354965" algn="l"/>
              </a:tabLst>
            </a:pPr>
            <a:endParaRPr lang="en-US" sz="2200" dirty="0">
              <a:solidFill>
                <a:srgbClr val="334052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">
              <a:lnSpc>
                <a:spcPts val="1425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221082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26593"/>
            <a:ext cx="7533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PGB</a:t>
            </a:r>
            <a:r>
              <a:rPr sz="2800" b="1" spc="-70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TOPICS</a:t>
            </a:r>
            <a:r>
              <a:rPr sz="2800" b="1" spc="-7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FOR</a:t>
            </a:r>
            <a:r>
              <a:rPr sz="2800" b="1" spc="-70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4283"/>
                </a:solidFill>
                <a:latin typeface="Arial"/>
                <a:cs typeface="Arial"/>
              </a:rPr>
              <a:t>CONSIDERATION</a:t>
            </a:r>
            <a:r>
              <a:rPr sz="2800" b="1" spc="-2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4283"/>
                </a:solidFill>
                <a:latin typeface="Arial"/>
                <a:cs typeface="Arial"/>
              </a:rPr>
              <a:t>&amp;</a:t>
            </a:r>
            <a:r>
              <a:rPr sz="2800" b="1" spc="-75" dirty="0">
                <a:solidFill>
                  <a:srgbClr val="004283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004283"/>
                </a:solidFill>
                <a:latin typeface="Arial"/>
                <a:cs typeface="Arial"/>
              </a:rPr>
              <a:t>VOTE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2275" y="1057415"/>
            <a:ext cx="1631314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0" dirty="0">
                <a:solidFill>
                  <a:srgbClr val="1E1C11"/>
                </a:solidFill>
              </a:rPr>
              <a:t>Motions</a:t>
            </a:r>
            <a:endParaRPr sz="330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1905000"/>
            <a:ext cx="9799320" cy="138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4953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tabLst>
                <a:tab pos="527685" algn="l"/>
              </a:tabLst>
            </a:pP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2000" spc="-5" dirty="0">
                <a:solidFill>
                  <a:srgbClr val="334052"/>
                </a:solidFill>
                <a:latin typeface="Arial"/>
                <a:cs typeface="Arial"/>
              </a:rPr>
              <a:t>Approval of 28 August PGB Minutes</a:t>
            </a:r>
          </a:p>
          <a:p>
            <a:pPr marL="469265" marR="49530" indent="-45720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buFont typeface="+mj-lt"/>
              <a:buAutoNum type="arabicPeriod"/>
              <a:tabLst>
                <a:tab pos="527685" algn="l"/>
              </a:tabLst>
            </a:pPr>
            <a:r>
              <a:rPr lang="en-US" sz="2000" dirty="0">
                <a:solidFill>
                  <a:srgbClr val="334052"/>
                </a:solidFill>
                <a:latin typeface="Arial"/>
                <a:cs typeface="Arial"/>
              </a:rPr>
              <a:t>Approval of PGB Chair Petty Cash Fund</a:t>
            </a: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  <a:p>
            <a:pPr marL="12065" marR="49530">
              <a:lnSpc>
                <a:spcPts val="1939"/>
              </a:lnSpc>
              <a:spcBef>
                <a:spcPts val="345"/>
              </a:spcBef>
              <a:buClr>
                <a:srgbClr val="1F487C"/>
              </a:buClr>
              <a:tabLst>
                <a:tab pos="527685" algn="l"/>
              </a:tabLst>
            </a:pPr>
            <a:r>
              <a:rPr lang="en-US" sz="2000" spc="-5" dirty="0">
                <a:solidFill>
                  <a:srgbClr val="334052"/>
                </a:solidFill>
                <a:latin typeface="Arial"/>
                <a:cs typeface="Arial"/>
              </a:rPr>
              <a:t>3.   Explore Feasibility for </a:t>
            </a:r>
            <a:r>
              <a:rPr lang="en-US" sz="2000" dirty="0"/>
              <a:t>IJIS to Service Functions Previously Supported by NMO</a:t>
            </a:r>
            <a:endParaRPr lang="en-US" sz="2000" spc="-5" dirty="0">
              <a:solidFill>
                <a:srgbClr val="334052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6605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047" y="59817"/>
            <a:ext cx="10908842" cy="759899"/>
          </a:xfrm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04383"/>
                </a:solidFill>
              </a:rPr>
              <a:t>APPROVAL</a:t>
            </a:r>
            <a:r>
              <a:rPr sz="3200" spc="-95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OF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lang="en-US" sz="3200" spc="-50" dirty="0">
                <a:solidFill>
                  <a:srgbClr val="004383"/>
                </a:solidFill>
              </a:rPr>
              <a:t>28 August </a:t>
            </a:r>
            <a:r>
              <a:rPr lang="en-US" sz="3200" dirty="0">
                <a:solidFill>
                  <a:srgbClr val="004383"/>
                </a:solidFill>
              </a:rPr>
              <a:t>20</a:t>
            </a:r>
            <a:r>
              <a:rPr sz="3200" dirty="0">
                <a:solidFill>
                  <a:srgbClr val="004383"/>
                </a:solidFill>
              </a:rPr>
              <a:t>2</a:t>
            </a:r>
            <a:r>
              <a:rPr lang="en-US" sz="3200" dirty="0">
                <a:solidFill>
                  <a:srgbClr val="004383"/>
                </a:solidFill>
              </a:rPr>
              <a:t>5</a:t>
            </a:r>
            <a:r>
              <a:rPr sz="3200" spc="-5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PGB</a:t>
            </a:r>
            <a:r>
              <a:rPr sz="3200" spc="-15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MINUTES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845007" y="1228471"/>
            <a:ext cx="10508793" cy="2369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sng" spc="-15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1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Draft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of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NIEMOpen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600" u="none" spc="-25" dirty="0">
                <a:solidFill>
                  <a:srgbClr val="1E1C11"/>
                </a:solidFill>
                <a:latin typeface="Arial"/>
                <a:cs typeface="Arial"/>
              </a:rPr>
              <a:t>28 </a:t>
            </a:r>
            <a:r>
              <a:rPr lang="en-US" sz="1600" spc="-25" dirty="0">
                <a:solidFill>
                  <a:srgbClr val="1E1C11"/>
                </a:solidFill>
                <a:latin typeface="Arial"/>
                <a:cs typeface="Arial"/>
              </a:rPr>
              <a:t>August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202</a:t>
            </a:r>
            <a:r>
              <a:rPr lang="en-US" sz="1600" u="none" dirty="0">
                <a:solidFill>
                  <a:srgbClr val="1E1C11"/>
                </a:solidFill>
                <a:latin typeface="Arial"/>
                <a:cs typeface="Arial"/>
              </a:rPr>
              <a:t>5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4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meeting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was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provided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PGB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Voting</a:t>
            </a:r>
            <a:r>
              <a:rPr lang="en-US" sz="1600" u="none" spc="-10" dirty="0">
                <a:solidFill>
                  <a:srgbClr val="1E1C11"/>
                </a:solidFill>
                <a:latin typeface="Arial"/>
                <a:cs typeface="Arial"/>
              </a:rPr>
              <a:t>/Expert Voting </a:t>
            </a:r>
            <a:r>
              <a:rPr sz="1600" u="none" spc="-5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Members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readahead: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Please</a:t>
            </a:r>
            <a:r>
              <a:rPr sz="1600" u="none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let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know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now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you</a:t>
            </a:r>
            <a:r>
              <a:rPr sz="1600" u="none" spc="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found</a:t>
            </a:r>
            <a:r>
              <a:rPr sz="1600" u="none" spc="-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errors</a:t>
            </a:r>
            <a:r>
              <a:rPr lang="en-US" sz="1600" u="none" dirty="0">
                <a:solidFill>
                  <a:srgbClr val="1E1C11"/>
                </a:solidFill>
                <a:highlight>
                  <a:srgbClr val="FFFF00"/>
                </a:highlight>
                <a:latin typeface="Arial"/>
                <a:cs typeface="Arial"/>
              </a:rPr>
              <a:t>: </a:t>
            </a:r>
            <a:r>
              <a:rPr lang="en-US" sz="1600" u="none" dirty="0">
                <a:solidFill>
                  <a:srgbClr val="1E1C11"/>
                </a:solidFill>
                <a:highlight>
                  <a:srgbClr val="FFFF00"/>
                </a:highlight>
                <a:latin typeface="Arial"/>
                <a:cs typeface="Arial"/>
                <a:hlinkClick r:id="rId2"/>
              </a:rPr>
              <a:t>https://github.com/niemopen/oasis-open-project/blob/main/pgb-meeting-minutes/2025/28-aug-25/(DRAFT)%20NIEMOpen%20PGB%20Meeting%20Minutes%2029%20Aug%20%202025%20v1%208-20-25.pdf</a:t>
            </a:r>
            <a:endParaRPr lang="en-US" sz="1600" u="none" dirty="0">
              <a:solidFill>
                <a:srgbClr val="1E1C11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endParaRPr lang="en-US" sz="1600" b="1" dirty="0">
              <a:solidFill>
                <a:srgbClr val="1E1C11"/>
              </a:solidFill>
              <a:uFill>
                <a:solidFill>
                  <a:srgbClr val="1E1C11"/>
                </a:solidFill>
              </a:uFill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Chair:</a:t>
            </a:r>
            <a:r>
              <a:rPr sz="1600" b="1" u="none" spc="-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any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corrections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to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as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distributed?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1F487C"/>
              </a:buClr>
              <a:buFont typeface="Arial"/>
              <a:buChar char="•"/>
            </a:pPr>
            <a:endParaRPr sz="1600" dirty="0">
              <a:latin typeface="Arial"/>
              <a:cs typeface="Arial"/>
            </a:endParaRPr>
          </a:p>
          <a:p>
            <a:pPr marL="299085" marR="426720" indent="-287020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299085" algn="l"/>
              </a:tabLst>
            </a:pPr>
            <a:r>
              <a:rPr sz="1600" b="1" u="sng" dirty="0">
                <a:solidFill>
                  <a:srgbClr val="1E1C11"/>
                </a:solidFill>
                <a:uFill>
                  <a:solidFill>
                    <a:srgbClr val="1E1C11"/>
                  </a:solidFill>
                </a:uFill>
                <a:latin typeface="Arial"/>
                <a:cs typeface="Arial"/>
              </a:rPr>
              <a:t>Chair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:</a:t>
            </a:r>
            <a:r>
              <a:rPr sz="1600" u="none" spc="39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If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there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are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no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(further) corrections,</a:t>
            </a:r>
            <a:r>
              <a:rPr sz="1600" u="none" spc="-1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the</a:t>
            </a:r>
            <a:r>
              <a:rPr sz="1600" u="none" spc="-3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minutes</a:t>
            </a:r>
            <a:r>
              <a:rPr sz="1600" u="none" spc="-2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stand</a:t>
            </a:r>
            <a:r>
              <a:rPr sz="1600" u="none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approved</a:t>
            </a:r>
            <a:r>
              <a:rPr sz="1600" u="none" spc="-3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25" dirty="0">
                <a:solidFill>
                  <a:srgbClr val="1E1C11"/>
                </a:solidFill>
                <a:latin typeface="Arial"/>
                <a:cs typeface="Arial"/>
              </a:rPr>
              <a:t>as </a:t>
            </a:r>
            <a:r>
              <a:rPr sz="1600" u="none" dirty="0">
                <a:solidFill>
                  <a:srgbClr val="1E1C11"/>
                </a:solidFill>
                <a:latin typeface="Arial"/>
                <a:cs typeface="Arial"/>
              </a:rPr>
              <a:t>distributed</a:t>
            </a:r>
            <a:r>
              <a:rPr sz="1600" u="none" spc="-10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1600" u="none" spc="-10" dirty="0">
                <a:solidFill>
                  <a:srgbClr val="1E1C11"/>
                </a:solidFill>
                <a:latin typeface="Arial"/>
                <a:cs typeface="Arial"/>
              </a:rPr>
              <a:t>(corrected).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0135" y="4735448"/>
            <a:ext cx="29914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50"/>
                </a:solidFill>
                <a:latin typeface="Arial"/>
                <a:cs typeface="Arial"/>
              </a:rPr>
              <a:t>Approve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Approve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Corrected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77745" y="4834890"/>
            <a:ext cx="337185" cy="368935"/>
          </a:xfrm>
          <a:custGeom>
            <a:avLst/>
            <a:gdLst/>
            <a:ahLst/>
            <a:cxnLst/>
            <a:rect l="l" t="t" r="r" b="b"/>
            <a:pathLst>
              <a:path w="337185" h="368935">
                <a:moveTo>
                  <a:pt x="0" y="368807"/>
                </a:moveTo>
                <a:lnTo>
                  <a:pt x="336804" y="368807"/>
                </a:lnTo>
                <a:lnTo>
                  <a:pt x="336804" y="0"/>
                </a:lnTo>
                <a:lnTo>
                  <a:pt x="0" y="0"/>
                </a:lnTo>
                <a:lnTo>
                  <a:pt x="0" y="368807"/>
                </a:lnTo>
                <a:close/>
              </a:path>
            </a:pathLst>
          </a:custGeom>
          <a:ln w="2857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77745" y="5232653"/>
            <a:ext cx="337185" cy="288290"/>
          </a:xfrm>
          <a:custGeom>
            <a:avLst/>
            <a:gdLst/>
            <a:ahLst/>
            <a:cxnLst/>
            <a:rect l="l" t="t" r="r" b="b"/>
            <a:pathLst>
              <a:path w="337185" h="288289">
                <a:moveTo>
                  <a:pt x="0" y="288036"/>
                </a:moveTo>
                <a:lnTo>
                  <a:pt x="336804" y="288036"/>
                </a:lnTo>
                <a:lnTo>
                  <a:pt x="336804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8340" y="4607128"/>
            <a:ext cx="498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8450" algn="l"/>
              </a:tabLst>
            </a:pPr>
            <a:r>
              <a:rPr sz="2400" b="1" spc="-50" dirty="0">
                <a:solidFill>
                  <a:srgbClr val="454545"/>
                </a:solidFill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552345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2E4D-37A5-4D6A-9478-96057393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701"/>
            <a:ext cx="10972800" cy="1083170"/>
          </a:xfrm>
        </p:spPr>
        <p:txBody>
          <a:bodyPr>
            <a:normAutofit/>
          </a:bodyPr>
          <a:lstStyle/>
          <a:p>
            <a:r>
              <a:rPr lang="en-US" dirty="0"/>
              <a:t>Motion to Establish a PGB Chair Petty Cash Fund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F9F86-FA15-41A5-B9B9-43428562A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E064F-7427-4BCA-9E66-CC500B588838}"/>
              </a:ext>
            </a:extLst>
          </p:cNvPr>
          <p:cNvSpPr txBox="1">
            <a:spLocks/>
          </p:cNvSpPr>
          <p:nvPr/>
        </p:nvSpPr>
        <p:spPr>
          <a:xfrm flipH="1">
            <a:off x="472587" y="809632"/>
            <a:ext cx="5329187" cy="206210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18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 </a:t>
            </a:r>
            <a:r>
              <a:rPr kumimoji="0" lang="en-US" sz="160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Approve a 5$K PGB Chair discretionary Petty Cash fund.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600" b="1" i="0" u="sng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914400">
              <a:spcBef>
                <a:spcPts val="0"/>
              </a:spcBef>
              <a:buClrTx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(</a:t>
            </a:r>
            <a:r>
              <a:rPr lang="en-US" sz="1600" b="1" dirty="0">
                <a:solidFill>
                  <a:srgbClr val="EEECE1">
                    <a:lumMod val="10000"/>
                  </a:srgbClr>
                </a:solidFill>
                <a:latin typeface="Arial"/>
              </a:rPr>
              <a:t>Chair)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the PGB approve an annual 5$K Petty Cash Fund available to the PGB Chair to purchase incidentals supporting the operations of NIEMOpen.</a:t>
            </a:r>
          </a:p>
          <a:p>
            <a:pPr defTabSz="914400">
              <a:spcBef>
                <a:spcPts val="0"/>
              </a:spcBef>
              <a:buClrTx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1D2442-F680-4AF9-9E89-4D5698655E18}"/>
              </a:ext>
            </a:extLst>
          </p:cNvPr>
          <p:cNvCxnSpPr>
            <a:cxnSpLocks/>
          </p:cNvCxnSpPr>
          <p:nvPr/>
        </p:nvCxnSpPr>
        <p:spPr>
          <a:xfrm>
            <a:off x="5883007" y="1052059"/>
            <a:ext cx="84656" cy="50479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524B51F-2EFD-EFCF-C824-094AEBC00EFB}"/>
              </a:ext>
            </a:extLst>
          </p:cNvPr>
          <p:cNvSpPr txBox="1"/>
          <p:nvPr/>
        </p:nvSpPr>
        <p:spPr>
          <a:xfrm flipH="1">
            <a:off x="487442" y="3040470"/>
            <a:ext cx="5073282" cy="220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Discussion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Are there nominations from the floor?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u="sng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Chair:</a:t>
            </a:r>
            <a:r>
              <a:rPr lang="en-US" sz="1600" b="1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Records nominations.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Conducts a </a:t>
            </a:r>
            <a:r>
              <a:rPr lang="en-US" sz="1600" kern="1200" dirty="0">
                <a:solidFill>
                  <a:srgbClr val="EEECE1">
                    <a:lumMod val="10000"/>
                  </a:srgbClr>
                </a:solidFill>
                <a:latin typeface="Arial"/>
                <a:ea typeface="+mn-ea"/>
                <a:cs typeface="+mn-cs"/>
              </a:rPr>
              <a:t>Full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Majority Vote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Announces Vote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1B97E47-D76A-90B7-38AB-B5E99026C484}"/>
              </a:ext>
            </a:extLst>
          </p:cNvPr>
          <p:cNvGrpSpPr/>
          <p:nvPr/>
        </p:nvGrpSpPr>
        <p:grpSpPr>
          <a:xfrm>
            <a:off x="8001000" y="4419600"/>
            <a:ext cx="3197160" cy="1498198"/>
            <a:chOff x="7368753" y="1052059"/>
            <a:chExt cx="3156574" cy="184864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1C890A-65A7-46B8-049E-3D7EF459C873}"/>
                </a:ext>
              </a:extLst>
            </p:cNvPr>
            <p:cNvSpPr txBox="1"/>
            <p:nvPr/>
          </p:nvSpPr>
          <p:spPr>
            <a:xfrm>
              <a:off x="7368753" y="1052059"/>
              <a:ext cx="3156574" cy="1848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AC35E7-61D6-3C9A-4323-EA0F8031E774}"/>
                </a:ext>
              </a:extLst>
            </p:cNvPr>
            <p:cNvSpPr txBox="1"/>
            <p:nvPr/>
          </p:nvSpPr>
          <p:spPr>
            <a:xfrm flipH="1">
              <a:off x="7518857" y="1052059"/>
              <a:ext cx="129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Resolution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ABB0D7-E39D-5D70-F9FC-0CAF0D518D9D}"/>
                </a:ext>
              </a:extLst>
            </p:cNvPr>
            <p:cNvSpPr/>
            <p:nvPr/>
          </p:nvSpPr>
          <p:spPr bwMode="auto">
            <a:xfrm>
              <a:off x="7633293" y="1493957"/>
              <a:ext cx="311285" cy="26634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E045C8-45B9-1FCE-C4B7-F09308D91547}"/>
                </a:ext>
              </a:extLst>
            </p:cNvPr>
            <p:cNvSpPr/>
            <p:nvPr/>
          </p:nvSpPr>
          <p:spPr bwMode="auto">
            <a:xfrm>
              <a:off x="7633293" y="1937601"/>
              <a:ext cx="311285" cy="26634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F7F649-1F8C-ABE0-2F0E-0590077DAD53}"/>
                </a:ext>
              </a:extLst>
            </p:cNvPr>
            <p:cNvSpPr/>
            <p:nvPr/>
          </p:nvSpPr>
          <p:spPr bwMode="auto">
            <a:xfrm>
              <a:off x="7633292" y="2469669"/>
              <a:ext cx="311285" cy="2663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DB2D0E-A323-5CA6-F67E-C33654F22624}"/>
                </a:ext>
              </a:extLst>
            </p:cNvPr>
            <p:cNvSpPr txBox="1"/>
            <p:nvPr/>
          </p:nvSpPr>
          <p:spPr>
            <a:xfrm>
              <a:off x="8054502" y="1435311"/>
              <a:ext cx="1050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9122D93-09F7-EFA4-C4FB-B3065DD1BBBD}"/>
                </a:ext>
              </a:extLst>
            </p:cNvPr>
            <p:cNvSpPr txBox="1"/>
            <p:nvPr/>
          </p:nvSpPr>
          <p:spPr>
            <a:xfrm>
              <a:off x="8054502" y="1879388"/>
              <a:ext cx="2339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 w/Comment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89E0CC-F75F-5D8A-7AA5-7816F8B68EFD}"/>
                </a:ext>
              </a:extLst>
            </p:cNvPr>
            <p:cNvSpPr txBox="1"/>
            <p:nvPr/>
          </p:nvSpPr>
          <p:spPr>
            <a:xfrm>
              <a:off x="8054502" y="2437982"/>
              <a:ext cx="1474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Table/Reject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A513C3-23B7-F93D-77CC-028F52B29C77}"/>
                </a:ext>
              </a:extLst>
            </p:cNvPr>
            <p:cNvSpPr txBox="1"/>
            <p:nvPr/>
          </p:nvSpPr>
          <p:spPr>
            <a:xfrm>
              <a:off x="7608272" y="1372393"/>
              <a:ext cx="361323" cy="645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33D1234-961C-6E96-4459-668D7CFB67BC}"/>
              </a:ext>
            </a:extLst>
          </p:cNvPr>
          <p:cNvSpPr txBox="1"/>
          <p:nvPr/>
        </p:nvSpPr>
        <p:spPr>
          <a:xfrm>
            <a:off x="7065564" y="4730005"/>
            <a:ext cx="550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A67952-DF3B-7E0D-7763-4248D5BF4BB6}"/>
              </a:ext>
            </a:extLst>
          </p:cNvPr>
          <p:cNvSpPr txBox="1"/>
          <p:nvPr/>
        </p:nvSpPr>
        <p:spPr>
          <a:xfrm>
            <a:off x="6705241" y="956251"/>
            <a:ext cx="48771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Chair may expense incidental expenses at his discretion that support NIEMOpen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Annual ceiling not to exceed $5K 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invoice/receipts to NIEMOpen for reimbursement.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Receipts required for any single expense greater than or equal to $500.00</a:t>
            </a:r>
          </a:p>
        </p:txBody>
      </p:sp>
    </p:spTree>
    <p:extLst>
      <p:ext uri="{BB962C8B-B14F-4D97-AF65-F5344CB8AC3E}">
        <p14:creationId xmlns:p14="http://schemas.microsoft.com/office/powerpoint/2010/main" val="3359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07E4-99B7-B13D-5D53-2F3B03BA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D5DA-D9B4-D395-B630-A37A7FDC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701"/>
            <a:ext cx="10972800" cy="1083170"/>
          </a:xfrm>
        </p:spPr>
        <p:txBody>
          <a:bodyPr>
            <a:normAutofit/>
          </a:bodyPr>
          <a:lstStyle/>
          <a:p>
            <a:r>
              <a:rPr lang="en-US" dirty="0"/>
              <a:t>Motion to Approve IJIS to Service Functions Previously Supported by NMO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9663-4BC4-D7A5-094D-31B8E2EA4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13FC8-2E24-43F1-129D-ABB4DACE034C}"/>
              </a:ext>
            </a:extLst>
          </p:cNvPr>
          <p:cNvSpPr txBox="1">
            <a:spLocks/>
          </p:cNvSpPr>
          <p:nvPr/>
        </p:nvSpPr>
        <p:spPr>
          <a:xfrm flipH="1">
            <a:off x="382239" y="1330572"/>
            <a:ext cx="5329187" cy="181588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24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20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•"/>
              <a:defRPr sz="18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–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2"/>
              </a:buClr>
              <a:buFont typeface="Arial"/>
              <a:buChar char="»"/>
              <a:defRPr sz="1600" kern="1200">
                <a:solidFill>
                  <a:srgbClr val="33405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Explore and test feasibility of IJIS serving in the role of the former NMO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1" i="0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defTabSz="914400">
              <a:spcBef>
                <a:spcPts val="0"/>
              </a:spcBef>
              <a:buClrTx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(</a:t>
            </a:r>
            <a:r>
              <a:rPr lang="en-US" sz="1600" b="1" dirty="0">
                <a:solidFill>
                  <a:srgbClr val="EEECE1">
                    <a:lumMod val="10000"/>
                  </a:srgbClr>
                </a:solidFill>
                <a:latin typeface="Arial"/>
              </a:rPr>
              <a:t>Chair)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motion that the PGB Chair enter discussions with IJIS to assess the feasibility of IJIS servicing functions formerly supported by the NMO.</a:t>
            </a:r>
          </a:p>
          <a:p>
            <a:pPr defTabSz="914400">
              <a:spcBef>
                <a:spcPts val="0"/>
              </a:spcBef>
              <a:buClrTx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274BCF-B4F8-BA63-CD49-F1ECF94ED145}"/>
              </a:ext>
            </a:extLst>
          </p:cNvPr>
          <p:cNvCxnSpPr>
            <a:cxnSpLocks/>
          </p:cNvCxnSpPr>
          <p:nvPr/>
        </p:nvCxnSpPr>
        <p:spPr>
          <a:xfrm>
            <a:off x="5883007" y="1052059"/>
            <a:ext cx="84656" cy="50479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1EF7F98-C95B-B8A1-C18A-4879A797FD7E}"/>
              </a:ext>
            </a:extLst>
          </p:cNvPr>
          <p:cNvSpPr txBox="1"/>
          <p:nvPr/>
        </p:nvSpPr>
        <p:spPr>
          <a:xfrm flipH="1">
            <a:off x="397094" y="3561410"/>
            <a:ext cx="5073282" cy="220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SECOND?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Discussion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u="sng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Chair:</a:t>
            </a:r>
            <a:r>
              <a:rPr kumimoji="0" lang="en-US" sz="1600" b="1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Are there nominations from the floor?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u="sng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Chair:</a:t>
            </a:r>
            <a:r>
              <a:rPr lang="en-US" sz="1600" b="1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 </a:t>
            </a:r>
            <a:r>
              <a:rPr lang="en-US" sz="1600" kern="1200" dirty="0">
                <a:solidFill>
                  <a:srgbClr val="1F497D">
                    <a:lumMod val="75000"/>
                  </a:srgbClr>
                </a:solidFill>
                <a:latin typeface="Arial"/>
                <a:ea typeface="+mn-ea"/>
                <a:cs typeface="+mn-cs"/>
              </a:rPr>
              <a:t>Records nominations.</a:t>
            </a: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Conducts a </a:t>
            </a:r>
            <a:r>
              <a:rPr lang="en-US" sz="1600" kern="1200" dirty="0">
                <a:solidFill>
                  <a:srgbClr val="EEECE1">
                    <a:lumMod val="10000"/>
                  </a:srgbClr>
                </a:solidFill>
                <a:latin typeface="Arial"/>
                <a:ea typeface="+mn-ea"/>
                <a:cs typeface="+mn-cs"/>
              </a:rPr>
              <a:t>Full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Majority Vote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Chair</a:t>
            </a: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sz="1600" b="0" i="0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Announces Vote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FF5FC98-05A2-BFD7-A99B-268CC6A1C7AB}"/>
              </a:ext>
            </a:extLst>
          </p:cNvPr>
          <p:cNvGrpSpPr/>
          <p:nvPr/>
        </p:nvGrpSpPr>
        <p:grpSpPr>
          <a:xfrm>
            <a:off x="8001000" y="4419600"/>
            <a:ext cx="3197160" cy="1498198"/>
            <a:chOff x="7368753" y="1052059"/>
            <a:chExt cx="3156574" cy="184864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EADE00-E5D5-D1D9-4BC6-7C74C4C63C26}"/>
                </a:ext>
              </a:extLst>
            </p:cNvPr>
            <p:cNvSpPr txBox="1"/>
            <p:nvPr/>
          </p:nvSpPr>
          <p:spPr>
            <a:xfrm>
              <a:off x="7368753" y="1052059"/>
              <a:ext cx="3156574" cy="18486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B8B8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77CBD0-5E3A-5713-7EA8-369C71B99C3C}"/>
                </a:ext>
              </a:extLst>
            </p:cNvPr>
            <p:cNvSpPr txBox="1"/>
            <p:nvPr/>
          </p:nvSpPr>
          <p:spPr>
            <a:xfrm flipH="1">
              <a:off x="7518857" y="1052059"/>
              <a:ext cx="12944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Resolution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43C546-EDAC-E193-20C0-2B46AF2324FB}"/>
                </a:ext>
              </a:extLst>
            </p:cNvPr>
            <p:cNvSpPr/>
            <p:nvPr/>
          </p:nvSpPr>
          <p:spPr bwMode="auto">
            <a:xfrm>
              <a:off x="7633293" y="1493957"/>
              <a:ext cx="311285" cy="26634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7AFA72-BF4F-1C69-B869-F12345D88B2E}"/>
                </a:ext>
              </a:extLst>
            </p:cNvPr>
            <p:cNvSpPr/>
            <p:nvPr/>
          </p:nvSpPr>
          <p:spPr bwMode="auto">
            <a:xfrm>
              <a:off x="7633293" y="1937601"/>
              <a:ext cx="311285" cy="266340"/>
            </a:xfrm>
            <a:prstGeom prst="rect">
              <a:avLst/>
            </a:prstGeom>
            <a:noFill/>
            <a:ln w="28575">
              <a:solidFill>
                <a:schemeClr val="bg2">
                  <a:lumMod val="10000"/>
                </a:schemeClr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BF7E75-0472-FB41-53B6-FA93E67B5EC6}"/>
                </a:ext>
              </a:extLst>
            </p:cNvPr>
            <p:cNvSpPr/>
            <p:nvPr/>
          </p:nvSpPr>
          <p:spPr bwMode="auto">
            <a:xfrm>
              <a:off x="7633292" y="2469669"/>
              <a:ext cx="311285" cy="2663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>
              <a:innerShdw blurRad="371475" dir="13500000">
                <a:schemeClr val="bg1"/>
              </a:inn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tIns="91440"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-50" normalizeH="0" baseline="0" noProof="0" dirty="0">
                <a:ln>
                  <a:solidFill>
                    <a:srgbClr val="00B050"/>
                  </a:solidFill>
                </a:ln>
                <a:noFill/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14964E7-D372-F61E-DCFB-5552EF172B8C}"/>
                </a:ext>
              </a:extLst>
            </p:cNvPr>
            <p:cNvSpPr txBox="1"/>
            <p:nvPr/>
          </p:nvSpPr>
          <p:spPr>
            <a:xfrm>
              <a:off x="8054502" y="1435311"/>
              <a:ext cx="1050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A7CD9E-A094-87FB-8ECF-11DDEAE7C84D}"/>
                </a:ext>
              </a:extLst>
            </p:cNvPr>
            <p:cNvSpPr txBox="1"/>
            <p:nvPr/>
          </p:nvSpPr>
          <p:spPr>
            <a:xfrm>
              <a:off x="8054502" y="1879388"/>
              <a:ext cx="2339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8B8B8B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Approve w/Comment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9E852DF-183E-C211-A864-901CB0BFFFD5}"/>
                </a:ext>
              </a:extLst>
            </p:cNvPr>
            <p:cNvSpPr txBox="1"/>
            <p:nvPr/>
          </p:nvSpPr>
          <p:spPr>
            <a:xfrm>
              <a:off x="8054502" y="2437982"/>
              <a:ext cx="1474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Table/Reject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67A19C-CF65-3D82-56E1-7A3D2F837754}"/>
                </a:ext>
              </a:extLst>
            </p:cNvPr>
            <p:cNvSpPr txBox="1"/>
            <p:nvPr/>
          </p:nvSpPr>
          <p:spPr>
            <a:xfrm>
              <a:off x="7608272" y="1372393"/>
              <a:ext cx="361323" cy="645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AFA0CE8-4E0A-5A38-B271-62079F29F763}"/>
              </a:ext>
            </a:extLst>
          </p:cNvPr>
          <p:cNvSpPr txBox="1"/>
          <p:nvPr/>
        </p:nvSpPr>
        <p:spPr>
          <a:xfrm>
            <a:off x="7065564" y="4730005"/>
            <a:ext cx="550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B8B8B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8A63CF-8BFD-595D-FDEF-703EC7911C1A}"/>
              </a:ext>
            </a:extLst>
          </p:cNvPr>
          <p:cNvSpPr txBox="1"/>
          <p:nvPr/>
        </p:nvSpPr>
        <p:spPr>
          <a:xfrm>
            <a:off x="6705241" y="1194333"/>
            <a:ext cx="4877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PGB Chair and IJIS shall:</a:t>
            </a:r>
          </a:p>
          <a:p>
            <a:pPr lvl="1"/>
            <a:r>
              <a:rPr lang="en-US" dirty="0"/>
              <a:t>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0F921-281D-754A-C0C9-40643D7DDF09}"/>
              </a:ext>
            </a:extLst>
          </p:cNvPr>
          <p:cNvSpPr txBox="1"/>
          <p:nvPr/>
        </p:nvSpPr>
        <p:spPr>
          <a:xfrm>
            <a:off x="7162801" y="1840663"/>
            <a:ext cx="426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—"/>
            </a:pPr>
            <a:r>
              <a:rPr lang="en-US" dirty="0"/>
              <a:t>Discuss scope of delegated functions/ activities</a:t>
            </a:r>
          </a:p>
          <a:p>
            <a:pPr marL="285750" indent="-285750">
              <a:buFontTx/>
              <a:buChar char="—"/>
            </a:pPr>
            <a:r>
              <a:rPr lang="en-US" dirty="0"/>
              <a:t>Propose a trial timeline</a:t>
            </a:r>
          </a:p>
          <a:p>
            <a:pPr marL="285750" indent="-285750">
              <a:buFontTx/>
              <a:buChar char="—"/>
            </a:pPr>
            <a:r>
              <a:rPr lang="en-US" dirty="0"/>
              <a:t>Discuss potential reimbursement by NIEMOpen as feasible to offset labor</a:t>
            </a:r>
          </a:p>
          <a:p>
            <a:pPr marL="285750" indent="-285750">
              <a:buFontTx/>
              <a:buChar char="—"/>
            </a:pPr>
            <a:r>
              <a:rPr lang="en-US" dirty="0"/>
              <a:t>Make recommendations for approval by PGB</a:t>
            </a:r>
          </a:p>
        </p:txBody>
      </p:sp>
    </p:spTree>
    <p:extLst>
      <p:ext uri="{BB962C8B-B14F-4D97-AF65-F5344CB8AC3E}">
        <p14:creationId xmlns:p14="http://schemas.microsoft.com/office/powerpoint/2010/main" val="43854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2348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PGB</a:t>
            </a:r>
            <a:r>
              <a:rPr sz="3200" spc="5" dirty="0"/>
              <a:t> </a:t>
            </a:r>
            <a:r>
              <a:rPr sz="3200" dirty="0"/>
              <a:t>MEMBERS:</a:t>
            </a:r>
            <a:r>
              <a:rPr sz="3200" spc="-114" dirty="0"/>
              <a:t> </a:t>
            </a:r>
            <a:r>
              <a:rPr sz="3200" dirty="0"/>
              <a:t>AROUND-</a:t>
            </a:r>
            <a:r>
              <a:rPr sz="3200" spc="-10" dirty="0"/>
              <a:t>THE-</a:t>
            </a:r>
            <a:r>
              <a:rPr sz="3200" spc="-20" dirty="0"/>
              <a:t>HORN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862327" y="1490472"/>
            <a:ext cx="8775700" cy="4450080"/>
            <a:chOff x="1862327" y="1490472"/>
            <a:chExt cx="8775700" cy="4450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2327" y="1490472"/>
              <a:ext cx="4326636" cy="35874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8963" y="2618232"/>
              <a:ext cx="4448555" cy="33223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630" y="4731659"/>
            <a:ext cx="335407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Clr>
                <a:srgbClr val="454545"/>
              </a:buClr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Kelly</a:t>
            </a:r>
            <a:r>
              <a:rPr sz="1800" b="1" spc="459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Cullinane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Senior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Director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800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Standards Development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242696"/>
            <a:ext cx="26835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OASIS</a:t>
            </a:r>
            <a:r>
              <a:rPr sz="3200" spc="-15" dirty="0">
                <a:solidFill>
                  <a:srgbClr val="17375E"/>
                </a:solidFill>
              </a:rPr>
              <a:t> </a:t>
            </a:r>
            <a:r>
              <a:rPr sz="3200" spc="-40" dirty="0">
                <a:solidFill>
                  <a:srgbClr val="17375E"/>
                </a:solidFill>
              </a:rPr>
              <a:t>STAFF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268379" y="2907482"/>
            <a:ext cx="35928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5664" y="2070043"/>
            <a:ext cx="1639824" cy="17007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1013" y="4164351"/>
            <a:ext cx="1627632" cy="162763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17093" y="2870657"/>
            <a:ext cx="2884805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05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Mr.</a:t>
            </a:r>
            <a:r>
              <a:rPr sz="1800" b="1" spc="-6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James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Bryce</a:t>
            </a:r>
            <a:r>
              <a:rPr sz="1800" b="1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Clark</a:t>
            </a:r>
            <a:r>
              <a:rPr sz="1800" b="1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055"/>
              </a:lnSpc>
            </a:pP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General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 Counsel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18559" y="2602991"/>
            <a:ext cx="1815083" cy="1205483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6D15C9-6230-8ACC-69B3-20AFF34DB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8360" y="646043"/>
            <a:ext cx="1731045" cy="169047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1A24B3E-CEFD-DF82-5E9A-FCAAB207B592}"/>
              </a:ext>
            </a:extLst>
          </p:cNvPr>
          <p:cNvSpPr txBox="1"/>
          <p:nvPr/>
        </p:nvSpPr>
        <p:spPr>
          <a:xfrm>
            <a:off x="269630" y="1168771"/>
            <a:ext cx="3899568" cy="901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lang="en-US"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lang="en-US" b="1" spc="-10" dirty="0">
                <a:solidFill>
                  <a:srgbClr val="454545"/>
                </a:solidFill>
                <a:latin typeface="Arial"/>
                <a:cs typeface="Arial"/>
              </a:rPr>
              <a:t> Rita Petti</a:t>
            </a:r>
            <a:r>
              <a:rPr lang="en-US" sz="1800" b="1" spc="-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lang="en-US" sz="1800" spc="-10" dirty="0">
                <a:solidFill>
                  <a:srgbClr val="454545"/>
                </a:solidFill>
                <a:latin typeface="Arial"/>
                <a:cs typeface="Arial"/>
              </a:rPr>
              <a:t> OASIS </a:t>
            </a: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Director</a:t>
            </a:r>
          </a:p>
          <a:p>
            <a:pPr marL="12700" marR="5080">
              <a:lnSpc>
                <a:spcPts val="1939"/>
              </a:lnSpc>
              <a:spcBef>
                <a:spcPts val="345"/>
              </a:spcBef>
              <a:tabLst>
                <a:tab pos="240665" algn="l"/>
              </a:tabLst>
            </a:pP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of Business Development and</a:t>
            </a:r>
          </a:p>
          <a:p>
            <a:pPr marL="12700" marR="5080">
              <a:lnSpc>
                <a:spcPts val="1939"/>
              </a:lnSpc>
              <a:spcBef>
                <a:spcPts val="345"/>
              </a:spcBef>
              <a:tabLst>
                <a:tab pos="240665" algn="l"/>
              </a:tabLst>
            </a:pPr>
            <a:r>
              <a:rPr lang="en-US" b="0" i="0" dirty="0">
                <a:solidFill>
                  <a:srgbClr val="0A2540"/>
                </a:solidFill>
                <a:effectLst/>
                <a:latin typeface="Poppins" panose="00000500000000000000" pitchFamily="2" charset="0"/>
              </a:rPr>
              <a:t>Partnerships.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68379" y="756411"/>
            <a:ext cx="332486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27965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40665" algn="l"/>
              </a:tabLst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Holly</a:t>
            </a:r>
            <a:r>
              <a:rPr sz="1800" b="1" spc="-4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Peterson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OASIS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Business</a:t>
            </a:r>
            <a:r>
              <a:rPr sz="1800" spc="-5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Development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Manager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80012" y="405073"/>
            <a:ext cx="1623059" cy="16230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CY</a:t>
            </a:r>
            <a:r>
              <a:rPr spc="-105" dirty="0"/>
              <a:t> </a:t>
            </a:r>
            <a:r>
              <a:rPr dirty="0"/>
              <a:t>202</a:t>
            </a:r>
            <a:r>
              <a:rPr lang="en-US" dirty="0"/>
              <a:t>5</a:t>
            </a:r>
            <a:r>
              <a:rPr spc="-30" dirty="0"/>
              <a:t> </a:t>
            </a:r>
            <a:r>
              <a:rPr dirty="0"/>
              <a:t>Q</a:t>
            </a:r>
            <a:r>
              <a:rPr lang="en-US" dirty="0"/>
              <a:t>3</a:t>
            </a:r>
            <a:r>
              <a:rPr spc="-45" dirty="0"/>
              <a:t> </a:t>
            </a:r>
            <a:r>
              <a:rPr spc="-10" dirty="0"/>
              <a:t>FINANCIALS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758" y="1937765"/>
            <a:ext cx="336422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Ms.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Cathie</a:t>
            </a:r>
            <a:r>
              <a:rPr sz="1800" b="1" spc="-1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54545"/>
                </a:solidFill>
                <a:latin typeface="Arial"/>
                <a:cs typeface="Arial"/>
              </a:rPr>
              <a:t>Mayo</a:t>
            </a:r>
            <a:r>
              <a:rPr sz="1800" b="1" spc="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–</a:t>
            </a:r>
            <a:r>
              <a:rPr sz="1800" spc="-2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OASIS</a:t>
            </a:r>
            <a:r>
              <a:rPr sz="180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Chief </a:t>
            </a:r>
            <a:r>
              <a:rPr sz="1800" dirty="0">
                <a:solidFill>
                  <a:srgbClr val="454545"/>
                </a:solidFill>
                <a:latin typeface="Arial"/>
                <a:cs typeface="Arial"/>
              </a:rPr>
              <a:t>Financial</a:t>
            </a:r>
            <a:r>
              <a:rPr sz="1800" spc="-3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54545"/>
                </a:solidFill>
                <a:latin typeface="Arial"/>
                <a:cs typeface="Arial"/>
              </a:rPr>
              <a:t>Officer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1459" y="1711451"/>
            <a:ext cx="1668780" cy="17358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BDEE009-370B-2F45-B7D0-73B685504D65}"/>
              </a:ext>
            </a:extLst>
          </p:cNvPr>
          <p:cNvSpPr txBox="1">
            <a:spLocks/>
          </p:cNvSpPr>
          <p:nvPr/>
        </p:nvSpPr>
        <p:spPr>
          <a:xfrm>
            <a:off x="688340" y="326593"/>
            <a:ext cx="4225925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dirty="0"/>
              <a:t>CY/FY</a:t>
            </a:r>
            <a:r>
              <a:rPr lang="en-US" spc="-105" dirty="0"/>
              <a:t> </a:t>
            </a:r>
            <a:r>
              <a:rPr lang="en-US" dirty="0"/>
              <a:t>2025</a:t>
            </a:r>
            <a:r>
              <a:rPr lang="en-US" spc="-30" dirty="0"/>
              <a:t> </a:t>
            </a:r>
            <a:r>
              <a:rPr lang="en-US" dirty="0"/>
              <a:t>Q3</a:t>
            </a:r>
            <a:r>
              <a:rPr lang="en-US" spc="-45" dirty="0"/>
              <a:t> </a:t>
            </a:r>
            <a:r>
              <a:rPr lang="en-US" spc="-10" dirty="0"/>
              <a:t>FINANCIALS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D7D7C8-4121-6463-5D52-46D42DB73099}"/>
              </a:ext>
            </a:extLst>
          </p:cNvPr>
          <p:cNvSpPr txBox="1"/>
          <p:nvPr/>
        </p:nvSpPr>
        <p:spPr>
          <a:xfrm>
            <a:off x="4443657" y="306474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Add Cathie Mayo Financials Q3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258" y="5404615"/>
            <a:ext cx="1033800" cy="90861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29238" y="3189131"/>
            <a:ext cx="11582400" cy="104015"/>
          </a:xfrm>
          <a:custGeom>
            <a:avLst/>
            <a:gdLst/>
            <a:ahLst/>
            <a:cxnLst/>
            <a:rect l="l" t="t" r="r" b="b"/>
            <a:pathLst>
              <a:path w="11582400" h="104139">
                <a:moveTo>
                  <a:pt x="0" y="104012"/>
                </a:moveTo>
                <a:lnTo>
                  <a:pt x="11582400" y="0"/>
                </a:lnTo>
              </a:path>
            </a:pathLst>
          </a:custGeom>
          <a:ln w="38100">
            <a:solidFill>
              <a:srgbClr val="1E1C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1942" y="4229407"/>
            <a:ext cx="1205484" cy="120404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7626" y="657605"/>
            <a:ext cx="1302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600" b="1" spc="-10" dirty="0">
                <a:solidFill>
                  <a:srgbClr val="1E1C11"/>
                </a:solidFill>
                <a:latin typeface="Arial"/>
                <a:cs typeface="Arial"/>
              </a:rPr>
              <a:t>Sponsors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419" y="923600"/>
            <a:ext cx="1224280" cy="127470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DHS</a:t>
            </a:r>
            <a:r>
              <a:rPr sz="10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S&amp;T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Font typeface="Arial"/>
              <a:buChar char="–"/>
              <a:tabLst>
                <a:tab pos="299085" algn="l"/>
              </a:tabLst>
            </a:pPr>
            <a:r>
              <a:rPr sz="1000" b="1" dirty="0">
                <a:solidFill>
                  <a:srgbClr val="FF0000"/>
                </a:solidFill>
                <a:latin typeface="Arial"/>
                <a:cs typeface="Arial"/>
              </a:rPr>
              <a:t>CJIS</a:t>
            </a:r>
            <a:r>
              <a:rPr sz="10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Arial"/>
                <a:cs typeface="Arial"/>
              </a:rPr>
              <a:t>(FBI)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GTRI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NAJIS</a:t>
            </a:r>
            <a:endParaRPr lang="en-US" sz="1000" spc="-20" dirty="0">
              <a:solidFill>
                <a:srgbClr val="1E1C11"/>
              </a:solidFill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sz="1000" spc="-20" dirty="0">
                <a:solidFill>
                  <a:srgbClr val="1E1C11"/>
                </a:solidFill>
                <a:latin typeface="Arial"/>
                <a:cs typeface="Arial"/>
              </a:rPr>
              <a:t>IJIS</a:t>
            </a:r>
            <a:endParaRPr sz="10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4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APN</a:t>
            </a:r>
          </a:p>
          <a:p>
            <a:pPr marL="299085" indent="-286385">
              <a:lnSpc>
                <a:spcPct val="100000"/>
              </a:lnSpc>
              <a:spcBef>
                <a:spcPts val="244"/>
              </a:spcBef>
              <a:buClr>
                <a:srgbClr val="1F487C"/>
              </a:buClr>
              <a:buChar char="–"/>
              <a:tabLst>
                <a:tab pos="299085" algn="l"/>
              </a:tabLst>
            </a:pPr>
            <a:r>
              <a:rPr lang="en-US" sz="1000" dirty="0">
                <a:solidFill>
                  <a:srgbClr val="1E1C11"/>
                </a:solidFill>
                <a:latin typeface="Arial"/>
                <a:cs typeface="Arial"/>
              </a:rPr>
              <a:t>ODGA</a:t>
            </a: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1000" spc="-10" dirty="0">
                <a:solidFill>
                  <a:srgbClr val="1E1C11"/>
                </a:solidFill>
                <a:latin typeface="Arial"/>
                <a:cs typeface="Arial"/>
              </a:rPr>
              <a:t>(Virginia</a:t>
            </a:r>
            <a:r>
              <a:rPr lang="en-US" sz="1000" spc="-25" dirty="0">
                <a:solidFill>
                  <a:srgbClr val="1E1C11"/>
                </a:solidFill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52678" y="80263"/>
            <a:ext cx="67094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375E"/>
                </a:solidFill>
              </a:rPr>
              <a:t>NIEMOpen</a:t>
            </a:r>
            <a:r>
              <a:rPr sz="3200" spc="-55" dirty="0">
                <a:solidFill>
                  <a:srgbClr val="17375E"/>
                </a:solidFill>
              </a:rPr>
              <a:t> </a:t>
            </a:r>
            <a:r>
              <a:rPr sz="3200" dirty="0">
                <a:solidFill>
                  <a:srgbClr val="17375E"/>
                </a:solidFill>
              </a:rPr>
              <a:t>Current</a:t>
            </a:r>
            <a:r>
              <a:rPr sz="3200" spc="-50" dirty="0">
                <a:solidFill>
                  <a:srgbClr val="17375E"/>
                </a:solidFill>
              </a:rPr>
              <a:t> </a:t>
            </a:r>
            <a:r>
              <a:rPr sz="3200" spc="-10" dirty="0">
                <a:solidFill>
                  <a:srgbClr val="17375E"/>
                </a:solidFill>
              </a:rPr>
              <a:t>S</a:t>
            </a:r>
            <a:r>
              <a:rPr lang="en-US" sz="3200" spc="-10" dirty="0">
                <a:solidFill>
                  <a:srgbClr val="17375E"/>
                </a:solidFill>
              </a:rPr>
              <a:t>ponsors</a:t>
            </a:r>
            <a:endParaRPr sz="3200" dirty="0"/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2288" y="3892541"/>
            <a:ext cx="1479421" cy="40294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387332" y="4730386"/>
            <a:ext cx="610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DHS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OBIM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6629" y="3750889"/>
            <a:ext cx="2263140" cy="52425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643086" y="141608"/>
            <a:ext cx="3670300" cy="407163"/>
          </a:xfrm>
          <a:prstGeom prst="rect">
            <a:avLst/>
          </a:prstGeom>
          <a:ln w="38100">
            <a:solidFill>
              <a:srgbClr val="548ED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1</a:t>
            </a:r>
            <a:r>
              <a:rPr lang="en-US" sz="2400" b="1" dirty="0">
                <a:solidFill>
                  <a:srgbClr val="548ED4"/>
                </a:solidFill>
                <a:latin typeface="Arial"/>
                <a:cs typeface="Arial"/>
              </a:rPr>
              <a:t>0</a:t>
            </a:r>
            <a:r>
              <a:rPr sz="2400" b="1" spc="-75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548ED4"/>
                </a:solidFill>
                <a:latin typeface="Arial"/>
                <a:cs typeface="Arial"/>
              </a:rPr>
              <a:t>Sponsors,</a:t>
            </a:r>
            <a:r>
              <a:rPr sz="2400" b="1" spc="-80" dirty="0">
                <a:solidFill>
                  <a:srgbClr val="548ED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r>
              <a:rPr sz="24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12423" y="908357"/>
            <a:ext cx="896111" cy="83972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3416" y="2209265"/>
            <a:ext cx="2173641" cy="65070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79866" y="825815"/>
            <a:ext cx="950975" cy="8763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3314817" y="1834088"/>
            <a:ext cx="824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18042" y="1708338"/>
            <a:ext cx="824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Premier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87618" y="4439040"/>
            <a:ext cx="1068328" cy="931163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617862" y="5283368"/>
            <a:ext cx="193802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Department</a:t>
            </a:r>
            <a:r>
              <a:rPr sz="1050" spc="-5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of</a:t>
            </a:r>
            <a:r>
              <a:rPr sz="1050" spc="-25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454545"/>
                </a:solidFill>
                <a:latin typeface="Arial"/>
                <a:cs typeface="Arial"/>
              </a:rPr>
              <a:t>National</a:t>
            </a:r>
            <a:r>
              <a:rPr sz="1050" spc="-30" dirty="0">
                <a:solidFill>
                  <a:srgbClr val="454545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54545"/>
                </a:solidFill>
                <a:latin typeface="Arial"/>
                <a:cs typeface="Arial"/>
              </a:rPr>
              <a:t>Defense</a:t>
            </a:r>
            <a:endParaRPr sz="1050" dirty="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83805" y="2232092"/>
            <a:ext cx="1391412" cy="78028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78051" y="929878"/>
            <a:ext cx="990600" cy="9906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85279" y="816615"/>
            <a:ext cx="2188464" cy="926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0E0549-0E54-97F7-AD1C-49EF6BA8710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273" y="4453887"/>
            <a:ext cx="1034417" cy="10344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04E0A2-7B78-2BFF-54BD-86E258E251E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6965" y="5602907"/>
            <a:ext cx="1519254" cy="4847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AFBC72-AF71-770F-36A8-0AA8A3CDFE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511" y="3625492"/>
            <a:ext cx="1250522" cy="735601"/>
          </a:xfrm>
          <a:prstGeom prst="rect">
            <a:avLst/>
          </a:prstGeom>
        </p:spPr>
      </p:pic>
      <p:sp>
        <p:nvSpPr>
          <p:cNvPr id="15" name="object 11">
            <a:extLst>
              <a:ext uri="{FF2B5EF4-FFF2-40B4-BE49-F238E27FC236}">
                <a16:creationId xmlns:a16="http://schemas.microsoft.com/office/drawing/2014/main" id="{062DE021-19AA-A199-BBFA-85A50614C5D8}"/>
              </a:ext>
            </a:extLst>
          </p:cNvPr>
          <p:cNvSpPr txBox="1">
            <a:spLocks/>
          </p:cNvSpPr>
          <p:nvPr/>
        </p:nvSpPr>
        <p:spPr>
          <a:xfrm>
            <a:off x="565583" y="3244602"/>
            <a:ext cx="588466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200" spc="-10" dirty="0">
                <a:solidFill>
                  <a:srgbClr val="0070C0"/>
                </a:solidFill>
              </a:rPr>
              <a:t>Sponsors in the Offing</a:t>
            </a:r>
            <a:endParaRPr lang="en-US" sz="3200" dirty="0">
              <a:solidFill>
                <a:srgbClr val="0070C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DEF51C2-0DCF-2FF2-82F2-17A58FCE5EA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02662" y="5540296"/>
            <a:ext cx="1370356" cy="553624"/>
          </a:xfrm>
          <a:prstGeom prst="rect">
            <a:avLst/>
          </a:prstGeom>
        </p:spPr>
      </p:pic>
      <p:pic>
        <p:nvPicPr>
          <p:cNvPr id="1026" name="Picture 2" descr="Smarter Entity Resolution">
            <a:extLst>
              <a:ext uri="{FF2B5EF4-FFF2-40B4-BE49-F238E27FC236}">
                <a16:creationId xmlns:a16="http://schemas.microsoft.com/office/drawing/2014/main" id="{BED9D55B-6BCC-4B9F-F1C9-AEF9DF47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067" y="2092116"/>
            <a:ext cx="1415285" cy="8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F2C35A4-C5C9-7A7C-843D-18752B1E368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43535" y="4622657"/>
            <a:ext cx="1295818" cy="4466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FE3C5AB-F113-CBBE-735C-D7802EE2D68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62108" y="5464334"/>
            <a:ext cx="1456437" cy="64203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51A315E-0470-5954-BDCD-31F77F34F2A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6182" y="3599944"/>
            <a:ext cx="1315643" cy="97287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B9FD6F-1262-9646-A771-7E9E1946AF0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31733" y="4773440"/>
            <a:ext cx="884809" cy="111485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3C63FE6-EDB7-40F2-6133-07342576D07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16542" y="3538091"/>
            <a:ext cx="1859621" cy="1041388"/>
          </a:xfrm>
          <a:prstGeom prst="rect">
            <a:avLst/>
          </a:prstGeom>
        </p:spPr>
      </p:pic>
      <p:sp>
        <p:nvSpPr>
          <p:cNvPr id="48" name="object 32">
            <a:extLst>
              <a:ext uri="{FF2B5EF4-FFF2-40B4-BE49-F238E27FC236}">
                <a16:creationId xmlns:a16="http://schemas.microsoft.com/office/drawing/2014/main" id="{FFC42417-1CBE-7F0F-2070-65650F6C0BF7}"/>
              </a:ext>
            </a:extLst>
          </p:cNvPr>
          <p:cNvSpPr txBox="1"/>
          <p:nvPr/>
        </p:nvSpPr>
        <p:spPr>
          <a:xfrm>
            <a:off x="10199106" y="4594766"/>
            <a:ext cx="1712532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>
                <a:solidFill>
                  <a:srgbClr val="454545"/>
                </a:solidFill>
                <a:latin typeface="Arial"/>
                <a:cs typeface="Arial"/>
              </a:rPr>
              <a:t>Office of Standards</a:t>
            </a:r>
            <a:endParaRPr sz="1400" b="1" dirty="0">
              <a:latin typeface="Arial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80ACDAC-5C03-CC87-957E-03AA0919045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28215" y="4942202"/>
            <a:ext cx="1607163" cy="76414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C56AF24-92B0-076E-6E72-6E904855FEE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83047" y="5359079"/>
            <a:ext cx="1144650" cy="11446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472FD6-A5AD-6DC6-1CC0-46B7014A394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87088" y="2168826"/>
            <a:ext cx="830786" cy="795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809D93-838E-A4DD-F9A9-C1C1207B10A3}"/>
              </a:ext>
            </a:extLst>
          </p:cNvPr>
          <p:cNvSpPr txBox="1"/>
          <p:nvPr/>
        </p:nvSpPr>
        <p:spPr>
          <a:xfrm>
            <a:off x="5361545" y="2967929"/>
            <a:ext cx="1681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2">
                    <a:lumMod val="10000"/>
                  </a:schemeClr>
                </a:solidFill>
              </a:rPr>
              <a:t>All Purpose Networks, Inc.</a:t>
            </a:r>
          </a:p>
        </p:txBody>
      </p:sp>
    </p:spTree>
    <p:extLst>
      <p:ext uri="{BB962C8B-B14F-4D97-AF65-F5344CB8AC3E}">
        <p14:creationId xmlns:p14="http://schemas.microsoft.com/office/powerpoint/2010/main" val="1373880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469" y="710183"/>
            <a:ext cx="3304058" cy="5400837"/>
          </a:xfrm>
          <a:prstGeom prst="rect">
            <a:avLst/>
          </a:prstGeom>
          <a:ln w="19050">
            <a:solidFill>
              <a:srgbClr val="00B05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15"/>
              </a:spcBef>
            </a:pPr>
            <a:r>
              <a:rPr sz="1200" b="1" u="sng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Arial"/>
                <a:cs typeface="Arial"/>
              </a:rPr>
              <a:t>Complete</a:t>
            </a:r>
            <a:endParaRPr sz="1200" dirty="0">
              <a:latin typeface="Arial"/>
              <a:cs typeface="Arial"/>
            </a:endParaRP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NIEMOpen</a:t>
            </a:r>
            <a:r>
              <a:rPr sz="12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NDR</a:t>
            </a:r>
            <a:r>
              <a:rPr sz="1200" b="1" spc="-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0AF50"/>
                </a:solidFill>
                <a:latin typeface="Arial"/>
                <a:cs typeface="Arial"/>
              </a:rPr>
              <a:t>v6.0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Project</a:t>
            </a:r>
            <a:r>
              <a:rPr sz="1200" b="1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Specification</a:t>
            </a:r>
            <a:r>
              <a:rPr sz="1200" b="1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AF50"/>
                </a:solidFill>
                <a:latin typeface="Arial"/>
                <a:cs typeface="Arial"/>
              </a:rPr>
              <a:t>Draft (PSD01)</a:t>
            </a:r>
            <a:r>
              <a:rPr lang="en-US" sz="1200" b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Approved 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NIEMOpen NDR v6.0 PSD01 Approved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Update Training Materials reflecting Model v6.0 PS and NDR v6.0 PSD01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Incorporate training updates into LearnPress LMS &amp; test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IOC API 2.0 User tools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Conduct 22 May Webinar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Onboard Forensics Domain/ Sub-Committee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Onboard Analytical Laboratories Domain</a:t>
            </a:r>
          </a:p>
          <a:p>
            <a:pPr marL="292100" indent="-224154">
              <a:lnSpc>
                <a:spcPct val="100000"/>
              </a:lnSpc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dirty="0">
                <a:solidFill>
                  <a:srgbClr val="00AF50"/>
                </a:solidFill>
                <a:latin typeface="Arial"/>
                <a:cs typeface="Arial"/>
              </a:rPr>
              <a:t>Conduct NBAC, NTAC &amp; NMO Workgroup offsite (16-17 April 2025)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Stand-up NBAC. NTAC, NMO Workgroup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Execute OASIS- GTRI $100K Task Order for Developer Support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Elected new PGB Chair</a:t>
            </a:r>
          </a:p>
          <a:p>
            <a:pPr marL="292100" indent="-224154">
              <a:spcBef>
                <a:spcPts val="1015"/>
              </a:spcBef>
              <a:buSzPct val="87500"/>
              <a:buFont typeface="Wingdings" panose="05000000000000000000" pitchFamily="2" charset="2"/>
              <a:buChar char="ü"/>
              <a:tabLst>
                <a:tab pos="292100" algn="l"/>
              </a:tabLst>
            </a:pPr>
            <a:r>
              <a:rPr lang="en-US" sz="1200" b="1" spc="-10" dirty="0">
                <a:solidFill>
                  <a:srgbClr val="00B050"/>
                </a:solidFill>
                <a:latin typeface="Arial"/>
                <a:cs typeface="Arial"/>
              </a:rPr>
              <a:t>Transition NMO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1804" y="144779"/>
            <a:ext cx="1895855" cy="5654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6069" y="241757"/>
            <a:ext cx="61214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4383"/>
                </a:solidFill>
              </a:rPr>
              <a:t>CY</a:t>
            </a:r>
            <a:r>
              <a:rPr sz="3200" spc="-65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2025</a:t>
            </a:r>
            <a:r>
              <a:rPr sz="3200" spc="-20" dirty="0">
                <a:solidFill>
                  <a:srgbClr val="004383"/>
                </a:solidFill>
              </a:rPr>
              <a:t> </a:t>
            </a:r>
            <a:r>
              <a:rPr sz="3200" dirty="0">
                <a:solidFill>
                  <a:srgbClr val="004383"/>
                </a:solidFill>
              </a:rPr>
              <a:t>NIEMOPEN</a:t>
            </a:r>
            <a:r>
              <a:rPr sz="3200" spc="-30" dirty="0">
                <a:solidFill>
                  <a:srgbClr val="004383"/>
                </a:solidFill>
              </a:rPr>
              <a:t> </a:t>
            </a:r>
            <a:r>
              <a:rPr sz="3200" spc="-10" dirty="0">
                <a:solidFill>
                  <a:srgbClr val="004383"/>
                </a:solidFill>
              </a:rPr>
              <a:t>PLANNING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4410506" y="881633"/>
            <a:ext cx="3304058" cy="2019142"/>
          </a:xfrm>
          <a:prstGeom prst="rect">
            <a:avLst/>
          </a:prstGeom>
          <a:ln w="28575">
            <a:solidFill>
              <a:srgbClr val="E36C09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R="1164590" algn="ctr">
              <a:lnSpc>
                <a:spcPct val="100000"/>
              </a:lnSpc>
              <a:spcBef>
                <a:spcPts val="225"/>
              </a:spcBef>
            </a:pP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Planned/</a:t>
            </a:r>
            <a:r>
              <a:rPr sz="1200" b="1" u="sng" spc="-2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In</a:t>
            </a:r>
            <a:r>
              <a:rPr sz="1200" b="1" u="sng" spc="-1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Progress</a:t>
            </a:r>
            <a:r>
              <a:rPr sz="1200" b="1" u="sng" spc="-55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20" dirty="0">
                <a:solidFill>
                  <a:srgbClr val="2BA3DE"/>
                </a:solidFill>
                <a:uFill>
                  <a:solidFill>
                    <a:srgbClr val="2BA3DE"/>
                  </a:solidFill>
                </a:uFill>
                <a:latin typeface="Arial"/>
                <a:cs typeface="Arial"/>
              </a:rPr>
              <a:t>2025</a:t>
            </a:r>
            <a:endParaRPr sz="1200" dirty="0">
              <a:latin typeface="Arial"/>
              <a:cs typeface="Arial"/>
            </a:endParaRP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Complete API 2.0 model management tasks</a:t>
            </a: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Promote NDR 6.0 &amp; Model 6.0 to OS</a:t>
            </a:r>
          </a:p>
          <a:p>
            <a:pPr marL="292100" marR="300355" indent="-224154">
              <a:spcBef>
                <a:spcPts val="994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20" dirty="0">
                <a:solidFill>
                  <a:srgbClr val="2BA3DE"/>
                </a:solidFill>
                <a:latin typeface="Arial"/>
                <a:cs typeface="Arial"/>
              </a:rPr>
              <a:t>Transition .gov website to NIEMOpen.org</a:t>
            </a:r>
            <a:endParaRPr sz="1200" dirty="0">
              <a:latin typeface="Arial"/>
              <a:cs typeface="Arial"/>
            </a:endParaRPr>
          </a:p>
          <a:p>
            <a:pPr marL="292100" indent="-224154">
              <a:lnSpc>
                <a:spcPct val="100000"/>
              </a:lnSpc>
              <a:spcBef>
                <a:spcPts val="1005"/>
              </a:spcBef>
              <a:buSzPct val="87500"/>
              <a:buFont typeface="Arial"/>
              <a:buChar char="•"/>
              <a:tabLst>
                <a:tab pos="292100" algn="l"/>
              </a:tabLst>
            </a:pPr>
            <a:r>
              <a:rPr lang="en-US" sz="1200" b="1" spc="-10" dirty="0">
                <a:solidFill>
                  <a:srgbClr val="2BA3DE"/>
                </a:solidFill>
                <a:latin typeface="Arial"/>
                <a:cs typeface="Arial"/>
              </a:rPr>
              <a:t>Onboard Identity Management Domain/ Sub-Committee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8457438" y="881633"/>
            <a:ext cx="3014980" cy="3015568"/>
          </a:xfrm>
          <a:prstGeom prst="rect">
            <a:avLst/>
          </a:prstGeom>
          <a:ln w="28575">
            <a:solidFill>
              <a:srgbClr val="5F497A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234"/>
              </a:spcBef>
            </a:pPr>
            <a:r>
              <a:rPr sz="1200" b="1" u="sng" spc="-10" dirty="0">
                <a:solidFill>
                  <a:srgbClr val="5F497A"/>
                </a:solidFill>
                <a:uFill>
                  <a:solidFill>
                    <a:srgbClr val="5F497A"/>
                  </a:solidFill>
                </a:uFill>
                <a:latin typeface="Arial"/>
                <a:cs typeface="Arial"/>
              </a:rPr>
              <a:t>Recurring</a:t>
            </a:r>
            <a:r>
              <a:rPr lang="en-US" sz="1200" b="1" u="sng" spc="-10" dirty="0">
                <a:solidFill>
                  <a:srgbClr val="5F497A"/>
                </a:solidFill>
                <a:uFill>
                  <a:solidFill>
                    <a:srgbClr val="5F497A"/>
                  </a:solidFill>
                </a:uFill>
                <a:latin typeface="Arial"/>
                <a:cs typeface="Arial"/>
              </a:rPr>
              <a:t> &amp; Future</a:t>
            </a:r>
            <a:endParaRPr sz="1200" dirty="0">
              <a:latin typeface="Arial"/>
              <a:cs typeface="Arial"/>
            </a:endParaRPr>
          </a:p>
          <a:p>
            <a:pPr marL="292735" marR="78105" indent="-224154">
              <a:lnSpc>
                <a:spcPct val="100000"/>
              </a:lnSpc>
              <a:spcBef>
                <a:spcPts val="1005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Identify</a:t>
            </a:r>
            <a:r>
              <a:rPr sz="1200" b="1" spc="-5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Potential</a:t>
            </a:r>
            <a:r>
              <a:rPr sz="1200" b="1" spc="-45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Sponsor</a:t>
            </a:r>
            <a:r>
              <a:rPr lang="en-US" sz="1200" b="1" spc="-10" dirty="0">
                <a:solidFill>
                  <a:srgbClr val="5F497A"/>
                </a:solidFill>
                <a:latin typeface="Arial"/>
                <a:cs typeface="Arial"/>
              </a:rPr>
              <a:t>s &amp; co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nduct Outreach</a:t>
            </a:r>
            <a:endParaRPr sz="1200" dirty="0">
              <a:latin typeface="Arial"/>
              <a:cs typeface="Arial"/>
            </a:endParaRPr>
          </a:p>
          <a:p>
            <a:pPr marL="292735" marR="280035" indent="-224154">
              <a:lnSpc>
                <a:spcPct val="100000"/>
              </a:lnSpc>
              <a:spcBef>
                <a:spcPts val="1000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Conduct</a:t>
            </a:r>
            <a:r>
              <a:rPr sz="1200" b="1" spc="-2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Synch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w/</a:t>
            </a:r>
            <a:r>
              <a:rPr sz="1200" b="1" spc="-40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F497A"/>
                </a:solidFill>
                <a:latin typeface="Arial"/>
                <a:cs typeface="Arial"/>
              </a:rPr>
              <a:t>OASIS Staff</a:t>
            </a:r>
            <a:r>
              <a:rPr sz="1200" b="1" spc="-35" dirty="0">
                <a:solidFill>
                  <a:srgbClr val="5F497A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5F497A"/>
                </a:solidFill>
                <a:latin typeface="Arial"/>
                <a:cs typeface="Arial"/>
              </a:rPr>
              <a:t>as </a:t>
            </a:r>
            <a:r>
              <a:rPr sz="1200" b="1" spc="-10" dirty="0">
                <a:solidFill>
                  <a:srgbClr val="5F497A"/>
                </a:solidFill>
                <a:latin typeface="Arial"/>
                <a:cs typeface="Arial"/>
              </a:rPr>
              <a:t>needed</a:t>
            </a:r>
            <a:endParaRPr sz="1200" dirty="0">
              <a:latin typeface="Arial"/>
              <a:cs typeface="Arial"/>
            </a:endParaRP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Complete transfer of github.io files to NIEMOpen</a:t>
            </a: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Start Model v6.1 (2026)</a:t>
            </a:r>
          </a:p>
          <a:p>
            <a:pPr marL="292735" marR="734695" indent="-224154"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r>
              <a:rPr lang="en-US" sz="1200" b="1" dirty="0">
                <a:solidFill>
                  <a:srgbClr val="5F497A"/>
                </a:solidFill>
                <a:latin typeface="Arial"/>
                <a:cs typeface="Arial"/>
              </a:rPr>
              <a:t>Achieve Model 6.0 as ISO Standard (2026)</a:t>
            </a:r>
          </a:p>
          <a:p>
            <a:pPr marL="292735" marR="734695" indent="-224154">
              <a:lnSpc>
                <a:spcPct val="100000"/>
              </a:lnSpc>
              <a:spcBef>
                <a:spcPts val="994"/>
              </a:spcBef>
              <a:buSzPct val="87500"/>
              <a:buFont typeface="Wingdings"/>
              <a:buChar char=""/>
              <a:tabLst>
                <a:tab pos="292735" algn="l"/>
              </a:tabLst>
            </a:pP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8CE97-8FCA-AFA2-55BB-3B172250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6E306C5-4FC7-9FAE-560F-DC642CAA7A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750F3-AB51-AC8F-B6BD-C2147E839296}"/>
              </a:ext>
            </a:extLst>
          </p:cNvPr>
          <p:cNvSpPr txBox="1"/>
          <p:nvPr/>
        </p:nvSpPr>
        <p:spPr>
          <a:xfrm>
            <a:off x="533400" y="377936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8 October Leadership Meeting Recap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8824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EFF7-B62C-B6A0-A1DE-BC77977A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0488082-C44A-0BDA-A738-68860EE1BFC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2CAEC-E034-43C7-11D6-EAB4ADCE363E}"/>
              </a:ext>
            </a:extLst>
          </p:cNvPr>
          <p:cNvSpPr txBox="1"/>
          <p:nvPr/>
        </p:nvSpPr>
        <p:spPr>
          <a:xfrm>
            <a:off x="533400" y="377936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13 November Reveal Summit Recap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495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533392"/>
            <a:ext cx="9799320" cy="1567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5"/>
              </a:spcBef>
            </a:pPr>
            <a:endParaRPr sz="2400" dirty="0">
              <a:latin typeface="Arial"/>
              <a:cs typeface="Arial"/>
            </a:endParaRPr>
          </a:p>
          <a:p>
            <a:pPr marL="70485" marR="4700270" indent="-58419">
              <a:lnSpc>
                <a:spcPct val="100000"/>
              </a:lnSpc>
            </a:pPr>
            <a:r>
              <a:rPr sz="3300" b="1" dirty="0">
                <a:solidFill>
                  <a:srgbClr val="1E1C11"/>
                </a:solidFill>
                <a:latin typeface="Arial"/>
                <a:cs typeface="Arial"/>
              </a:rPr>
              <a:t>TSC</a:t>
            </a:r>
            <a:r>
              <a:rPr sz="3300" b="1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1E1C11"/>
                </a:solidFill>
                <a:latin typeface="Arial"/>
                <a:cs typeface="Arial"/>
              </a:rPr>
              <a:t>Updates</a:t>
            </a:r>
            <a:endParaRPr sz="3300" dirty="0">
              <a:latin typeface="Arial"/>
              <a:cs typeface="Arial"/>
            </a:endParaRPr>
          </a:p>
          <a:p>
            <a:pPr marL="413384" lvl="1" indent="-342900">
              <a:lnSpc>
                <a:spcPct val="100000"/>
              </a:lnSpc>
              <a:spcBef>
                <a:spcPts val="35"/>
              </a:spcBef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2200" spc="-20" dirty="0">
                <a:solidFill>
                  <a:srgbClr val="1E1C11"/>
                </a:solidFill>
                <a:latin typeface="Arial"/>
                <a:cs typeface="Arial"/>
              </a:rPr>
              <a:t>NTAC</a:t>
            </a:r>
            <a:r>
              <a:rPr sz="2200" spc="-6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2200" spc="-7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sz="2200" spc="-6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200" spc="-65" dirty="0">
                <a:solidFill>
                  <a:srgbClr val="1E1C11"/>
                </a:solidFill>
                <a:latin typeface="Arial"/>
                <a:cs typeface="Arial"/>
              </a:rPr>
              <a:t>Mr. Jim Cabral &amp; Dr. Scott Renner</a:t>
            </a:r>
            <a:endParaRPr sz="2200" dirty="0">
              <a:latin typeface="Arial"/>
              <a:cs typeface="Arial"/>
            </a:endParaRPr>
          </a:p>
          <a:p>
            <a:pPr marL="413384" lvl="1" indent="-342900">
              <a:lnSpc>
                <a:spcPct val="100000"/>
              </a:lnSpc>
              <a:buClr>
                <a:srgbClr val="1F487C"/>
              </a:buClr>
              <a:buChar char="•"/>
              <a:tabLst>
                <a:tab pos="413384" algn="l"/>
              </a:tabLst>
            </a:pP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NBAC</a:t>
            </a:r>
            <a:r>
              <a:rPr sz="2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Update</a:t>
            </a:r>
            <a:r>
              <a:rPr sz="2200" spc="-40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E1C11"/>
                </a:solidFill>
                <a:latin typeface="Arial"/>
                <a:cs typeface="Arial"/>
              </a:rPr>
              <a:t>–</a:t>
            </a:r>
            <a:r>
              <a:rPr sz="2200" spc="-75" dirty="0">
                <a:solidFill>
                  <a:srgbClr val="1E1C11"/>
                </a:solidFill>
                <a:latin typeface="Arial"/>
                <a:cs typeface="Arial"/>
              </a:rPr>
              <a:t> </a:t>
            </a:r>
            <a:r>
              <a:rPr lang="en-US" sz="2200" spc="-75" dirty="0">
                <a:solidFill>
                  <a:srgbClr val="1E1C11"/>
                </a:solidFill>
                <a:latin typeface="Arial"/>
                <a:cs typeface="Arial"/>
              </a:rPr>
              <a:t>Mr. Thomas Krul &amp; Mr. Kamran Atri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04CB7C-FC2F-9FCC-82CB-20D38F1DA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79" y="281854"/>
            <a:ext cx="10908842" cy="430887"/>
          </a:xfrm>
        </p:spPr>
        <p:txBody>
          <a:bodyPr/>
          <a:lstStyle/>
          <a:p>
            <a:r>
              <a:rPr lang="en-US" dirty="0"/>
              <a:t>UPDATES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806" y="829342"/>
            <a:ext cx="11078845" cy="982961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755650" indent="-285750" algn="l">
              <a:spcBef>
                <a:spcPts val="39"/>
              </a:spcBef>
              <a:buClr>
                <a:srgbClr val="1F487C"/>
              </a:buClr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NTAC provide input</a:t>
            </a:r>
          </a:p>
          <a:p>
            <a:pPr marL="469900" lvl="1" algn="l">
              <a:spcBef>
                <a:spcPts val="675"/>
              </a:spcBef>
              <a:buClr>
                <a:srgbClr val="1F487C"/>
              </a:buClr>
              <a:tabLst>
                <a:tab pos="756285" algn="l"/>
              </a:tabLst>
            </a:pPr>
            <a:endParaRPr lang="en-US" dirty="0">
              <a:solidFill>
                <a:srgbClr val="1E1C1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C1185-8CDC-3741-E63E-B1CC8D044BAC}"/>
              </a:ext>
            </a:extLst>
          </p:cNvPr>
          <p:cNvSpPr txBox="1"/>
          <p:nvPr/>
        </p:nvSpPr>
        <p:spPr>
          <a:xfrm>
            <a:off x="533400" y="37793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40" dirty="0">
                <a:solidFill>
                  <a:srgbClr val="004383"/>
                </a:solidFill>
                <a:latin typeface="Arial"/>
                <a:cs typeface="Arial"/>
              </a:rPr>
              <a:t>NTAC TSC</a:t>
            </a:r>
            <a:r>
              <a:rPr lang="en-US" sz="2800" b="1" spc="-70" dirty="0">
                <a:solidFill>
                  <a:srgbClr val="004383"/>
                </a:solidFill>
                <a:latin typeface="Arial"/>
                <a:cs typeface="Arial"/>
              </a:rPr>
              <a:t> </a:t>
            </a:r>
            <a:r>
              <a:rPr lang="en-US" sz="2800" b="1" spc="-30" dirty="0">
                <a:solidFill>
                  <a:srgbClr val="004383"/>
                </a:solidFill>
                <a:latin typeface="Arial"/>
                <a:cs typeface="Arial"/>
              </a:rPr>
              <a:t>UPDATE</a:t>
            </a:r>
            <a:endParaRPr lang="en-US"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70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NBAC</a:t>
            </a:r>
            <a:r>
              <a:rPr sz="3200" spc="-25" dirty="0"/>
              <a:t> </a:t>
            </a:r>
            <a:r>
              <a:rPr sz="3200" dirty="0"/>
              <a:t>TSC</a:t>
            </a:r>
            <a:r>
              <a:rPr sz="3200" spc="-20" dirty="0"/>
              <a:t> </a:t>
            </a:r>
            <a:r>
              <a:rPr sz="3200" spc="-30" dirty="0"/>
              <a:t>UPDATE</a:t>
            </a:r>
            <a:endParaRPr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8340" y="1152906"/>
            <a:ext cx="10753725" cy="4558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Clr>
                <a:srgbClr val="1F487C"/>
              </a:buClr>
              <a:buFontTx/>
              <a:buChar char="•"/>
              <a:tabLst>
                <a:tab pos="354965" algn="l"/>
              </a:tabLst>
            </a:pPr>
            <a:r>
              <a:rPr lang="en-US" sz="2400" dirty="0">
                <a:solidFill>
                  <a:srgbClr val="FF0000"/>
                </a:solidFill>
                <a:latin typeface="Arial"/>
                <a:cs typeface="Arial"/>
              </a:rPr>
              <a:t>Have NBAC provide input</a:t>
            </a:r>
            <a:endParaRPr lang="en-US" sz="2000" spc="-1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pc="-100" dirty="0">
                <a:solidFill>
                  <a:srgbClr val="005170"/>
                </a:solidFill>
              </a:rPr>
              <a:t>PGB</a:t>
            </a:r>
            <a:r>
              <a:rPr lang="en-US" sz="3200" spc="-100" dirty="0">
                <a:solidFill>
                  <a:srgbClr val="005170"/>
                </a:solidFill>
              </a:rPr>
              <a:t> Meeting Schedule – Pending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B39E-BB65-4005-B225-64A3C68D5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762307"/>
            <a:ext cx="5384800" cy="265837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1200"/>
              </a:spcAft>
              <a:buFont typeface="Arial"/>
              <a:buNone/>
            </a:pP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NEXT PGB Meeting</a:t>
            </a:r>
            <a:endParaRPr lang="en-US" sz="3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marR="0" lvl="0" indent="-398463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rgbClr val="1F497D"/>
              </a:buClr>
              <a:buSzTx/>
              <a:buFont typeface="Arial"/>
              <a:buChar char="•"/>
              <a:tabLst/>
              <a:defRPr/>
            </a:pPr>
            <a:r>
              <a:rPr lang="en-US" dirty="0">
                <a:solidFill>
                  <a:srgbClr val="334052"/>
                </a:solidFill>
              </a:rPr>
              <a:t>Thursday</a:t>
            </a:r>
            <a:r>
              <a:rPr lang="en-US">
                <a:solidFill>
                  <a:srgbClr val="334052"/>
                </a:solidFill>
              </a:rPr>
              <a:t>, 19 March 2026 </a:t>
            </a:r>
            <a:endParaRPr lang="en-US" dirty="0">
              <a:solidFill>
                <a:srgbClr val="334052"/>
              </a:solidFill>
            </a:endParaRPr>
          </a:p>
          <a:p>
            <a:pPr marL="457200" indent="-398463">
              <a:spcBef>
                <a:spcPts val="600"/>
              </a:spcBef>
              <a:spcAft>
                <a:spcPts val="1200"/>
              </a:spcAft>
            </a:pPr>
            <a:r>
              <a:rPr lang="en-US" dirty="0">
                <a:solidFill>
                  <a:srgbClr val="334052"/>
                </a:solidFill>
              </a:rPr>
              <a:t>Virtual Meeting 2 – 4 PM EST</a:t>
            </a:r>
          </a:p>
          <a:p>
            <a:pPr marL="857250" lvl="1" indent="-398463">
              <a:spcBef>
                <a:spcPts val="600"/>
              </a:spcBef>
              <a:spcAft>
                <a:spcPts val="1200"/>
              </a:spcAft>
            </a:pPr>
            <a:r>
              <a:rPr lang="en-US" sz="1800" dirty="0">
                <a:solidFill>
                  <a:schemeClr val="tx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Virtual: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ZOOM</a:t>
            </a:r>
            <a:endParaRPr lang="en-US" sz="1800" dirty="0">
              <a:solidFill>
                <a:schemeClr val="tx1">
                  <a:lumMod val="50000"/>
                </a:schemeClr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CC7B5F5-2657-43B0-BAC6-A07603F4E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8589" y="6371823"/>
            <a:ext cx="284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6030FC-FB78-5E4D-92EA-5D9433591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5FF2BE40-1989-845C-A00A-D6C17C17E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641015"/>
              </p:ext>
            </p:extLst>
          </p:nvPr>
        </p:nvGraphicFramePr>
        <p:xfrm>
          <a:off x="6629400" y="2065064"/>
          <a:ext cx="51833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836">
                  <a:extLst>
                    <a:ext uri="{9D8B030D-6E8A-4147-A177-3AD203B41FA5}">
                      <a16:colId xmlns:a16="http://schemas.microsoft.com/office/drawing/2014/main" val="4128013111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1833137990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272687838"/>
                    </a:ext>
                  </a:extLst>
                </a:gridCol>
                <a:gridCol w="1295836">
                  <a:extLst>
                    <a:ext uri="{9D8B030D-6E8A-4147-A177-3AD203B41FA5}">
                      <a16:colId xmlns:a16="http://schemas.microsoft.com/office/drawing/2014/main" val="3928461000"/>
                    </a:ext>
                  </a:extLst>
                </a:gridCol>
              </a:tblGrid>
              <a:tr h="331953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CY 2026 Meeting Dates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913429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98780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946772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156421"/>
                  </a:ext>
                </a:extLst>
              </a:tr>
              <a:tr h="331953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 – 4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144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352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ADJOURN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56765"/>
            <a:ext cx="4659630" cy="123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Font typeface="Arial"/>
              <a:buChar char="•"/>
              <a:tabLst>
                <a:tab pos="355600" algn="l"/>
              </a:tabLst>
            </a:pPr>
            <a:r>
              <a:rPr sz="1800" b="1" u="sng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Chair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: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Do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any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of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the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PGB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members</a:t>
            </a:r>
            <a:r>
              <a:rPr sz="1800" u="none" spc="-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or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our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attending</a:t>
            </a:r>
            <a:r>
              <a:rPr sz="1800" u="none" spc="-2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guests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have</a:t>
            </a:r>
            <a:r>
              <a:rPr sz="1800" u="none" spc="-2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any</a:t>
            </a:r>
            <a:r>
              <a:rPr sz="1800" u="none" spc="-5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questions?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Clr>
                <a:srgbClr val="1F487C"/>
              </a:buClr>
              <a:buFont typeface="Arial"/>
              <a:buChar char="•"/>
            </a:pPr>
            <a:endParaRPr sz="1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1F487C"/>
              </a:buClr>
              <a:buFont typeface="Arial"/>
              <a:buChar char="•"/>
              <a:tabLst>
                <a:tab pos="354965" algn="l"/>
              </a:tabLst>
            </a:pPr>
            <a:r>
              <a:rPr sz="1800" b="1" u="sng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Chair:</a:t>
            </a:r>
            <a:r>
              <a:rPr sz="1800" b="1" u="sng" spc="-45" dirty="0">
                <a:solidFill>
                  <a:srgbClr val="334052"/>
                </a:solidFill>
                <a:uFill>
                  <a:solidFill>
                    <a:srgbClr val="334052"/>
                  </a:solidFill>
                </a:uFill>
                <a:latin typeface="Arial"/>
                <a:cs typeface="Arial"/>
              </a:rPr>
              <a:t> </a:t>
            </a:r>
            <a:r>
              <a:rPr sz="1800" u="none" dirty="0">
                <a:solidFill>
                  <a:srgbClr val="334052"/>
                </a:solidFill>
                <a:latin typeface="Arial"/>
                <a:cs typeface="Arial"/>
              </a:rPr>
              <a:t>Meeting</a:t>
            </a:r>
            <a:r>
              <a:rPr sz="1800" u="none" spc="-114" dirty="0">
                <a:solidFill>
                  <a:srgbClr val="334052"/>
                </a:solidFill>
                <a:latin typeface="Arial"/>
                <a:cs typeface="Arial"/>
              </a:rPr>
              <a:t> </a:t>
            </a:r>
            <a:r>
              <a:rPr sz="1800" u="none" spc="-10" dirty="0">
                <a:solidFill>
                  <a:srgbClr val="334052"/>
                </a:solidFill>
                <a:latin typeface="Arial"/>
                <a:cs typeface="Arial"/>
              </a:rPr>
              <a:t>Adjourned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0859" y="3311652"/>
            <a:ext cx="4000500" cy="2667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58100" y="879347"/>
            <a:ext cx="2218944" cy="214426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841" rIns="0" bIns="0" rtlCol="0">
            <a:spAutoFit/>
          </a:bodyPr>
          <a:lstStyle/>
          <a:p>
            <a:pPr marL="2978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BREAK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6538" y="2064674"/>
            <a:ext cx="2713234" cy="271323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141781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IEM_white">
  <a:themeElements>
    <a:clrScheme name="Custom 14">
      <a:dk1>
        <a:srgbClr val="8B8B8B"/>
      </a:dk1>
      <a:lt1>
        <a:sysClr val="window" lastClr="FFFFFF"/>
      </a:lt1>
      <a:dk2>
        <a:srgbClr val="1F497D"/>
      </a:dk2>
      <a:lt2>
        <a:srgbClr val="EEECE1"/>
      </a:lt2>
      <a:accent1>
        <a:srgbClr val="78C5E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5BB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rgbClr val="9EB3B6">
                <a:alpha val="50000"/>
              </a:srgbClr>
            </a:gs>
            <a:gs pos="100000">
              <a:schemeClr val="bg1"/>
            </a:gs>
          </a:gsLst>
        </a:gradFill>
        <a:ln>
          <a:solidFill>
            <a:schemeClr val="tx1">
              <a:lumMod val="60000"/>
              <a:lumOff val="40000"/>
            </a:schemeClr>
          </a:solidFill>
        </a:ln>
        <a:effectLst>
          <a:innerShdw blurRad="371475" dir="13500000">
            <a:schemeClr val="bg1"/>
          </a:innerShdw>
        </a:effectLst>
      </a:spPr>
      <a:bodyPr tIns="91440" anchor="t" anchorCtr="0"/>
      <a:lstStyle>
        <a:defPPr algn="ctr">
          <a:lnSpc>
            <a:spcPct val="120000"/>
          </a:lnSpc>
          <a:defRPr b="1" spc="-50" dirty="0">
            <a:solidFill>
              <a:srgbClr val="1F497D"/>
            </a:solidFill>
            <a:cs typeface="Arial"/>
          </a:defRPr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02d0191-eeae-4761-b1cb-1a83e86ef445}" enabled="0" method="" siteId="{102d0191-eeae-4761-b1cb-1a83e86ef44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1765</TotalTime>
  <Words>2145</Words>
  <Application>Microsoft Office PowerPoint</Application>
  <PresentationFormat>Widescreen</PresentationFormat>
  <Paragraphs>381</Paragraphs>
  <Slides>30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Aptos</vt:lpstr>
      <vt:lpstr>Arial</vt:lpstr>
      <vt:lpstr>Calibri</vt:lpstr>
      <vt:lpstr>Georgia</vt:lpstr>
      <vt:lpstr>Helvetica LT Std</vt:lpstr>
      <vt:lpstr>Lucida Sans</vt:lpstr>
      <vt:lpstr>Open Sans</vt:lpstr>
      <vt:lpstr>Poppins</vt:lpstr>
      <vt:lpstr>Segoe UI</vt:lpstr>
      <vt:lpstr>Tw Cen MT</vt:lpstr>
      <vt:lpstr>Wingdings</vt:lpstr>
      <vt:lpstr>Office Theme</vt:lpstr>
      <vt:lpstr>1_NIEM_white</vt:lpstr>
      <vt:lpstr>PowerPoint Presentation</vt:lpstr>
      <vt:lpstr>PowerPoint Presentation</vt:lpstr>
      <vt:lpstr>CALL TO ORDER</vt:lpstr>
      <vt:lpstr>MAKING THE MOST OF OUR SESSION</vt:lpstr>
      <vt:lpstr>VENUE</vt:lpstr>
      <vt:lpstr>NOTE TAKER</vt:lpstr>
      <vt:lpstr>ROLL CALL</vt:lpstr>
      <vt:lpstr>SPONSOR APPOINTED PGB VOTING MEMBERS</vt:lpstr>
      <vt:lpstr>PGB EXPERT VOTING MEMBERS &amp; NON-VOTING MEMBERS</vt:lpstr>
      <vt:lpstr>PROPOSED 4 DEC 2025 PGB AGENDA</vt:lpstr>
      <vt:lpstr>APPROVAL OF AGENDA</vt:lpstr>
      <vt:lpstr>ANNOUNCEMENTS</vt:lpstr>
      <vt:lpstr>Motions</vt:lpstr>
      <vt:lpstr>APPROVAL OF 28 August 2025 PGB MINUTES</vt:lpstr>
      <vt:lpstr>Motion to Establish a PGB Chair Petty Cash Fund</vt:lpstr>
      <vt:lpstr>Motion to Approve IJIS to Service Functions Previously Supported by NMO</vt:lpstr>
      <vt:lpstr>PGB MEMBERS: AROUND-THE-HORN</vt:lpstr>
      <vt:lpstr>OASIS STAFF</vt:lpstr>
      <vt:lpstr>CY 2025 Q3 FINANCIALS</vt:lpstr>
      <vt:lpstr>PowerPoint Presentation</vt:lpstr>
      <vt:lpstr>NIEMOpen Current Sponsors</vt:lpstr>
      <vt:lpstr>CY 2025 NIEMOPEN PLANNING</vt:lpstr>
      <vt:lpstr>PowerPoint Presentation</vt:lpstr>
      <vt:lpstr>PowerPoint Presentation</vt:lpstr>
      <vt:lpstr>UPDATES</vt:lpstr>
      <vt:lpstr>PowerPoint Presentation</vt:lpstr>
      <vt:lpstr>NBAC TSC UPDATE</vt:lpstr>
      <vt:lpstr>PGB Meeting Schedule – Pending Approval</vt:lpstr>
      <vt:lpstr>ADJOURN</vt:lpstr>
      <vt:lpstr>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Sullivan, Stephen M CTR JS J6 (USA)</cp:lastModifiedBy>
  <cp:revision>8</cp:revision>
  <dcterms:created xsi:type="dcterms:W3CDTF">2025-04-02T17:38:56Z</dcterms:created>
  <dcterms:modified xsi:type="dcterms:W3CDTF">2025-11-12T14:30:58Z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2025-01-31T00:00:00Z</vt:filetime>
  </property>
  <property fmtid="{D5CDD505-2E9C-101B-9397-08002B2CF9AE}" pid="3" name="LastSaved">
    <vt:filetime>2025-04-02T00:00:00Z</vt:filetime>
  </property>
</Properties>
</file>